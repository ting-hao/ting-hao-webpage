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0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6DAF58-6945-40D7-8DED-D82436F53ADA}"/>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AFA6DC3-E5D8-4021-8542-4643FA04B4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0F2F2082-E13A-4929-B487-3986A060A82D}"/>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5" name="頁尾版面配置區 4">
            <a:extLst>
              <a:ext uri="{FF2B5EF4-FFF2-40B4-BE49-F238E27FC236}">
                <a16:creationId xmlns:a16="http://schemas.microsoft.com/office/drawing/2014/main" id="{71A4ECF2-EFA5-4EDC-9B8E-8C2D8DCFC7A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4F5B22-1ACC-47F8-9A75-AB17285EE014}"/>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3768631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3B0180-9040-432B-8F8F-01A50739BE0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F7CC2E5-8697-46E9-94BA-7897D48063B9}"/>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ACE7A16-73BC-4D3E-A843-130886CA0330}"/>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5" name="頁尾版面配置區 4">
            <a:extLst>
              <a:ext uri="{FF2B5EF4-FFF2-40B4-BE49-F238E27FC236}">
                <a16:creationId xmlns:a16="http://schemas.microsoft.com/office/drawing/2014/main" id="{66603A87-31BA-444A-A98F-C40C2008AD1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F0B0D34-A0FC-4ACC-9FEC-959D6A129B30}"/>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46203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118699-3494-41BE-95EC-663C2E88EC6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9839423-A19E-4480-9646-B677726CA7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3549940-6028-43DC-B353-35898BFEAD82}"/>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5" name="頁尾版面配置區 4">
            <a:extLst>
              <a:ext uri="{FF2B5EF4-FFF2-40B4-BE49-F238E27FC236}">
                <a16:creationId xmlns:a16="http://schemas.microsoft.com/office/drawing/2014/main" id="{CAC0ED8F-481C-4665-AF61-5447066C468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EBF8246-8697-4BF6-B9E7-71BACCA750C3}"/>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2506971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D51591-BAC2-4EB0-ACCE-8EB3BA9725E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85F93FC-B11E-4B95-B41D-55A35D98275F}"/>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DCDBDF9-B2C6-43D0-992F-8A9598C9B82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5056BFF6-C9A8-4BAE-BA83-F7ACD97240F4}"/>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6" name="頁尾版面配置區 5">
            <a:extLst>
              <a:ext uri="{FF2B5EF4-FFF2-40B4-BE49-F238E27FC236}">
                <a16:creationId xmlns:a16="http://schemas.microsoft.com/office/drawing/2014/main" id="{7E8B8BA4-3982-4D65-B89F-37BE82811F0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9768197-42DA-49E3-91A9-16389E5906D5}"/>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1354119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3E7E6B-1675-4C45-ADBF-CCEE0325DA1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A21BCA7-3BF4-4640-A0AA-F8A8197722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22F16120-9E98-48AB-B49C-A89036C7F86F}"/>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6F1D78C-C279-4294-988D-29CF4FE601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FABA8D7-CB22-4BC8-8F88-746C12129F7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724AEA8-63A6-44F4-827F-24DD8226D457}"/>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8" name="頁尾版面配置區 7">
            <a:extLst>
              <a:ext uri="{FF2B5EF4-FFF2-40B4-BE49-F238E27FC236}">
                <a16:creationId xmlns:a16="http://schemas.microsoft.com/office/drawing/2014/main" id="{E5AFFB65-AB61-4BAA-A5E8-275DE88089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822C7AEA-56A1-4088-9B57-25C1FBCD01AD}"/>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112057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B6D943-A9A7-4D0B-96A1-F76566D870A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DC87C7E-B79A-43FE-AAD0-A7AB62C12AA3}"/>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4" name="頁尾版面配置區 3">
            <a:extLst>
              <a:ext uri="{FF2B5EF4-FFF2-40B4-BE49-F238E27FC236}">
                <a16:creationId xmlns:a16="http://schemas.microsoft.com/office/drawing/2014/main" id="{769B0209-7078-47C7-B777-588E2FC689D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D6ECA7C-AD58-4318-9582-10C4E309A68E}"/>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1327268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AF62543-5459-4AB2-838F-2031C0DA599F}"/>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3" name="頁尾版面配置區 2">
            <a:extLst>
              <a:ext uri="{FF2B5EF4-FFF2-40B4-BE49-F238E27FC236}">
                <a16:creationId xmlns:a16="http://schemas.microsoft.com/office/drawing/2014/main" id="{3AABA54D-4020-496C-9E48-F0F87F41FFD3}"/>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9C4350E-EBFF-4633-A74B-BE265411B7DE}"/>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1781186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5DC7F1-9B81-4607-99C9-756A9E6F9D2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937E529-3C80-4572-BCCF-1A02677747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D4C11F24-7DCC-4A7A-AA25-904085150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4CA1EE5-AFCE-4094-AC01-F728F58B5F63}"/>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6" name="頁尾版面配置區 5">
            <a:extLst>
              <a:ext uri="{FF2B5EF4-FFF2-40B4-BE49-F238E27FC236}">
                <a16:creationId xmlns:a16="http://schemas.microsoft.com/office/drawing/2014/main" id="{BB105C46-C586-4037-80B9-C50B70A2C3B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6E36422-DD74-43EF-9775-D409FD255834}"/>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1294335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587A97-5FFD-4A3F-AF14-6723EAC39A0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0EF7E46-2D93-405D-BC48-43BEF8D937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5FE781B-5717-4BEB-8C0E-F580EAB09A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A596D81-80A2-457D-8151-990D55115412}"/>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6" name="頁尾版面配置區 5">
            <a:extLst>
              <a:ext uri="{FF2B5EF4-FFF2-40B4-BE49-F238E27FC236}">
                <a16:creationId xmlns:a16="http://schemas.microsoft.com/office/drawing/2014/main" id="{49362FE5-7660-427B-B1BB-28DA1007006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9F04116-3666-4E6B-91F2-0937DAF5F57B}"/>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3619045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132077-7A28-4282-B7A7-6B90BDA06B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B07E0D3-0185-42E4-B4FF-3994EF81E0C7}"/>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4089A22-69DF-40CA-9A0A-41824744EC66}"/>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5" name="頁尾版面配置區 4">
            <a:extLst>
              <a:ext uri="{FF2B5EF4-FFF2-40B4-BE49-F238E27FC236}">
                <a16:creationId xmlns:a16="http://schemas.microsoft.com/office/drawing/2014/main" id="{8EE9340F-8544-4F2B-95FD-449F0441A97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C5BD2A7-6781-4762-BEE7-1AA2FBDF8908}"/>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270746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21480C2-527E-45E1-B7DA-EAFD24AFFCA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198396AF-C303-404C-A641-E92694E85CFE}"/>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B573F55-231F-494D-99B0-789FC4A69D39}"/>
              </a:ext>
            </a:extLst>
          </p:cNvPr>
          <p:cNvSpPr>
            <a:spLocks noGrp="1"/>
          </p:cNvSpPr>
          <p:nvPr>
            <p:ph type="dt" sz="half" idx="10"/>
          </p:nvPr>
        </p:nvSpPr>
        <p:spPr/>
        <p:txBody>
          <a:bodyPr/>
          <a:lstStyle/>
          <a:p>
            <a:fld id="{E0555521-642D-4C79-9763-85E1CBA30A92}" type="datetimeFigureOut">
              <a:rPr lang="zh-TW" altLang="en-US" smtClean="0"/>
              <a:t>2026/6/21</a:t>
            </a:fld>
            <a:endParaRPr lang="zh-TW" altLang="en-US"/>
          </a:p>
        </p:txBody>
      </p:sp>
      <p:sp>
        <p:nvSpPr>
          <p:cNvPr id="5" name="頁尾版面配置區 4">
            <a:extLst>
              <a:ext uri="{FF2B5EF4-FFF2-40B4-BE49-F238E27FC236}">
                <a16:creationId xmlns:a16="http://schemas.microsoft.com/office/drawing/2014/main" id="{ADD5F437-7CDF-4701-A7FF-DDB94339606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37132B-D313-4550-B258-21AB066A8570}"/>
              </a:ext>
            </a:extLst>
          </p:cNvPr>
          <p:cNvSpPr>
            <a:spLocks noGrp="1"/>
          </p:cNvSpPr>
          <p:nvPr>
            <p:ph type="sldNum" sz="quarter" idx="12"/>
          </p:nvPr>
        </p:nvSpPr>
        <p:spPr/>
        <p:txBody>
          <a:body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1285699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EF1BAFC-A31A-4376-8CBB-996748C3FA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3384E97-A622-464E-A004-E272BBC87C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C965977-31B8-43DD-8FD7-9C535C7B45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55521-642D-4C79-9763-85E1CBA30A92}" type="datetimeFigureOut">
              <a:rPr lang="zh-TW" altLang="en-US" smtClean="0"/>
              <a:t>2026/6/21</a:t>
            </a:fld>
            <a:endParaRPr lang="zh-TW" altLang="en-US"/>
          </a:p>
        </p:txBody>
      </p:sp>
      <p:sp>
        <p:nvSpPr>
          <p:cNvPr id="5" name="頁尾版面配置區 4">
            <a:extLst>
              <a:ext uri="{FF2B5EF4-FFF2-40B4-BE49-F238E27FC236}">
                <a16:creationId xmlns:a16="http://schemas.microsoft.com/office/drawing/2014/main" id="{72BB4BD6-52FF-48C6-803C-B8608FA3C6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250C29B-74E9-4032-B2C3-43C8515C8B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F1412-E5B1-4C0C-84AE-1A08608E8E4E}" type="slidenum">
              <a:rPr lang="zh-TW" altLang="en-US" smtClean="0"/>
              <a:t>‹#›</a:t>
            </a:fld>
            <a:endParaRPr lang="zh-TW" altLang="en-US"/>
          </a:p>
        </p:txBody>
      </p:sp>
    </p:spTree>
    <p:extLst>
      <p:ext uri="{BB962C8B-B14F-4D97-AF65-F5344CB8AC3E}">
        <p14:creationId xmlns:p14="http://schemas.microsoft.com/office/powerpoint/2010/main" val="373167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2.png"/><Relationship Id="rId21" Type="http://schemas.openxmlformats.org/officeDocument/2006/relationships/image" Target="../media/image29.png"/><Relationship Id="rId7" Type="http://schemas.openxmlformats.org/officeDocument/2006/relationships/image" Target="../media/image7.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14.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15.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3.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4.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image" Target="../media/image32.png"/><Relationship Id="rId16"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6.png"/><Relationship Id="rId5" Type="http://schemas.openxmlformats.org/officeDocument/2006/relationships/image" Target="../media/image4.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39.png"/></Relationships>
</file>

<file path=ppt/slides/_rels/slide5.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61.png"/><Relationship Id="rId3" Type="http://schemas.openxmlformats.org/officeDocument/2006/relationships/image" Target="../media/image43.png"/><Relationship Id="rId21" Type="http://schemas.openxmlformats.org/officeDocument/2006/relationships/image" Target="../media/image56.png"/><Relationship Id="rId7" Type="http://schemas.openxmlformats.org/officeDocument/2006/relationships/image" Target="../media/image46.png"/><Relationship Id="rId12" Type="http://schemas.openxmlformats.org/officeDocument/2006/relationships/image" Target="../media/image50.png"/><Relationship Id="rId17" Type="http://schemas.openxmlformats.org/officeDocument/2006/relationships/image" Target="../media/image25.png"/><Relationship Id="rId25" Type="http://schemas.openxmlformats.org/officeDocument/2006/relationships/image" Target="../media/image60.png"/><Relationship Id="rId2" Type="http://schemas.openxmlformats.org/officeDocument/2006/relationships/image" Target="../media/image14.png"/><Relationship Id="rId16" Type="http://schemas.openxmlformats.org/officeDocument/2006/relationships/image" Target="../media/image53.png"/><Relationship Id="rId20" Type="http://schemas.openxmlformats.org/officeDocument/2006/relationships/image" Target="../media/image55.png"/><Relationship Id="rId29"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49.png"/><Relationship Id="rId24" Type="http://schemas.openxmlformats.org/officeDocument/2006/relationships/image" Target="../media/image59.png"/><Relationship Id="rId5" Type="http://schemas.openxmlformats.org/officeDocument/2006/relationships/image" Target="../media/image45.png"/><Relationship Id="rId15" Type="http://schemas.openxmlformats.org/officeDocument/2006/relationships/image" Target="../media/image52.png"/><Relationship Id="rId23" Type="http://schemas.openxmlformats.org/officeDocument/2006/relationships/image" Target="../media/image58.png"/><Relationship Id="rId28" Type="http://schemas.openxmlformats.org/officeDocument/2006/relationships/image" Target="../media/image63.png"/><Relationship Id="rId10" Type="http://schemas.openxmlformats.org/officeDocument/2006/relationships/image" Target="../media/image18.png"/><Relationship Id="rId19" Type="http://schemas.openxmlformats.org/officeDocument/2006/relationships/image" Target="../media/image54.png"/><Relationship Id="rId4" Type="http://schemas.openxmlformats.org/officeDocument/2006/relationships/image" Target="../media/image44.png"/><Relationship Id="rId9" Type="http://schemas.openxmlformats.org/officeDocument/2006/relationships/image" Target="../media/image48.png"/><Relationship Id="rId14" Type="http://schemas.openxmlformats.org/officeDocument/2006/relationships/image" Target="../media/image51.png"/><Relationship Id="rId22" Type="http://schemas.openxmlformats.org/officeDocument/2006/relationships/image" Target="../media/image57.png"/><Relationship Id="rId27" Type="http://schemas.openxmlformats.org/officeDocument/2006/relationships/image" Target="../media/image62.png"/><Relationship Id="rId30" Type="http://schemas.openxmlformats.org/officeDocument/2006/relationships/image" Target="../media/image42.png"/></Relationships>
</file>

<file path=ppt/slides/_rels/slide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0324EA-F47C-4D3E-97FA-6CDC43D9E70B}"/>
              </a:ext>
            </a:extLst>
          </p:cNvPr>
          <p:cNvSpPr>
            <a:spLocks noGrp="1"/>
          </p:cNvSpPr>
          <p:nvPr>
            <p:ph type="ctrTitle"/>
          </p:nvPr>
        </p:nvSpPr>
        <p:spPr/>
        <p:txBody>
          <a:bodyPr/>
          <a:lstStyle/>
          <a:p>
            <a:endParaRPr lang="zh-TW" altLang="en-US"/>
          </a:p>
        </p:txBody>
      </p:sp>
      <p:sp>
        <p:nvSpPr>
          <p:cNvPr id="3" name="副標題 2">
            <a:extLst>
              <a:ext uri="{FF2B5EF4-FFF2-40B4-BE49-F238E27FC236}">
                <a16:creationId xmlns:a16="http://schemas.microsoft.com/office/drawing/2014/main" id="{B7515798-6D73-406E-BAF4-6ED270C1F441}"/>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097101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AE83006D-E7F6-4CFF-9442-A42A20ED403B}"/>
                  </a:ext>
                </a:extLst>
              </p:cNvPr>
              <p:cNvSpPr/>
              <p:nvPr/>
            </p:nvSpPr>
            <p:spPr>
              <a:xfrm>
                <a:off x="3588153" y="2814212"/>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𝑝</m:t>
                          </m:r>
                        </m:sub>
                      </m:sSub>
                    </m:oMath>
                  </m:oMathPara>
                </a14:m>
                <a:endParaRPr lang="zh-TW" altLang="en-US" dirty="0">
                  <a:solidFill>
                    <a:schemeClr val="tx1"/>
                  </a:solidFill>
                </a:endParaRPr>
              </a:p>
            </p:txBody>
          </p:sp>
        </mc:Choice>
        <mc:Fallback>
          <p:sp>
            <p:nvSpPr>
              <p:cNvPr id="4" name="矩形 3">
                <a:extLst>
                  <a:ext uri="{FF2B5EF4-FFF2-40B4-BE49-F238E27FC236}">
                    <a16:creationId xmlns:a16="http://schemas.microsoft.com/office/drawing/2014/main" id="{AE83006D-E7F6-4CFF-9442-A42A20ED403B}"/>
                  </a:ext>
                </a:extLst>
              </p:cNvPr>
              <p:cNvSpPr>
                <a:spLocks noRot="1" noChangeAspect="1" noMove="1" noResize="1" noEditPoints="1" noAdjustHandles="1" noChangeArrowheads="1" noChangeShapeType="1" noTextEdit="1"/>
              </p:cNvSpPr>
              <p:nvPr/>
            </p:nvSpPr>
            <p:spPr>
              <a:xfrm>
                <a:off x="3588153" y="2814212"/>
                <a:ext cx="586451" cy="614788"/>
              </a:xfrm>
              <a:prstGeom prst="rect">
                <a:avLst/>
              </a:prstGeom>
              <a:blipFill>
                <a:blip r:embed="rId2"/>
                <a:stretch>
                  <a:fillRect/>
                </a:stretch>
              </a:blipFill>
              <a:ln w="19050">
                <a:solidFill>
                  <a:schemeClr val="tx1"/>
                </a:solidFill>
              </a:ln>
            </p:spPr>
            <p:txBody>
              <a:bodyPr/>
              <a:lstStyle/>
              <a:p>
                <a:r>
                  <a:rPr lang="zh-TW" altLang="en-US">
                    <a:noFill/>
                  </a:rPr>
                  <a:t> </a:t>
                </a:r>
              </a:p>
            </p:txBody>
          </p:sp>
        </mc:Fallback>
      </mc:AlternateContent>
      <p:sp>
        <p:nvSpPr>
          <p:cNvPr id="5" name="橢圓 4">
            <a:extLst>
              <a:ext uri="{FF2B5EF4-FFF2-40B4-BE49-F238E27FC236}">
                <a16:creationId xmlns:a16="http://schemas.microsoft.com/office/drawing/2014/main" id="{D4F28470-3407-4A9E-8E22-E9E581F05ECB}"/>
              </a:ext>
            </a:extLst>
          </p:cNvPr>
          <p:cNvSpPr/>
          <p:nvPr/>
        </p:nvSpPr>
        <p:spPr>
          <a:xfrm>
            <a:off x="4685817"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4113CF80-2C25-4E16-9734-696DD9366682}"/>
              </a:ext>
            </a:extLst>
          </p:cNvPr>
          <p:cNvSpPr/>
          <p:nvPr/>
        </p:nvSpPr>
        <p:spPr>
          <a:xfrm>
            <a:off x="5370652" y="2815774"/>
            <a:ext cx="1340735" cy="6147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Manipulator</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8" name="直線單箭頭接點 7">
            <a:extLst>
              <a:ext uri="{FF2B5EF4-FFF2-40B4-BE49-F238E27FC236}">
                <a16:creationId xmlns:a16="http://schemas.microsoft.com/office/drawing/2014/main" id="{644420D9-E41F-4167-8434-EB6CFB938C71}"/>
              </a:ext>
            </a:extLst>
          </p:cNvPr>
          <p:cNvCxnSpPr/>
          <p:nvPr/>
        </p:nvCxnSpPr>
        <p:spPr>
          <a:xfrm>
            <a:off x="6724891" y="297469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文字方塊 8">
                <a:extLst>
                  <a:ext uri="{FF2B5EF4-FFF2-40B4-BE49-F238E27FC236}">
                    <a16:creationId xmlns:a16="http://schemas.microsoft.com/office/drawing/2014/main" id="{D3E8EE1F-032A-47A7-9FC5-19980988A846}"/>
                  </a:ext>
                </a:extLst>
              </p:cNvPr>
              <p:cNvSpPr txBox="1"/>
              <p:nvPr/>
            </p:nvSpPr>
            <p:spPr>
              <a:xfrm>
                <a:off x="7608423" y="3027838"/>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𝒒</m:t>
                      </m:r>
                    </m:oMath>
                  </m:oMathPara>
                </a14:m>
                <a:endParaRPr lang="zh-TW" altLang="en-US" b="1" dirty="0"/>
              </a:p>
            </p:txBody>
          </p:sp>
        </mc:Choice>
        <mc:Fallback>
          <p:sp>
            <p:nvSpPr>
              <p:cNvPr id="9" name="文字方塊 8">
                <a:extLst>
                  <a:ext uri="{FF2B5EF4-FFF2-40B4-BE49-F238E27FC236}">
                    <a16:creationId xmlns:a16="http://schemas.microsoft.com/office/drawing/2014/main" id="{D3E8EE1F-032A-47A7-9FC5-19980988A846}"/>
                  </a:ext>
                </a:extLst>
              </p:cNvPr>
              <p:cNvSpPr txBox="1">
                <a:spLocks noRot="1" noChangeAspect="1" noMove="1" noResize="1" noEditPoints="1" noAdjustHandles="1" noChangeArrowheads="1" noChangeShapeType="1" noTextEdit="1"/>
              </p:cNvSpPr>
              <p:nvPr/>
            </p:nvSpPr>
            <p:spPr>
              <a:xfrm>
                <a:off x="7608423" y="3027838"/>
                <a:ext cx="590309" cy="369332"/>
              </a:xfrm>
              <a:prstGeom prst="rect">
                <a:avLst/>
              </a:prstGeom>
              <a:blipFill>
                <a:blip r:embed="rId3"/>
                <a:stretch>
                  <a:fillRect b="-6667"/>
                </a:stretch>
              </a:blipFill>
            </p:spPr>
            <p:txBody>
              <a:bodyPr/>
              <a:lstStyle/>
              <a:p>
                <a:r>
                  <a:rPr lang="zh-TW" altLang="en-US">
                    <a:noFill/>
                  </a:rPr>
                  <a:t> </a:t>
                </a:r>
              </a:p>
            </p:txBody>
          </p:sp>
        </mc:Fallback>
      </mc:AlternateContent>
      <p:cxnSp>
        <p:nvCxnSpPr>
          <p:cNvPr id="10" name="直線單箭頭接點 9">
            <a:extLst>
              <a:ext uri="{FF2B5EF4-FFF2-40B4-BE49-F238E27FC236}">
                <a16:creationId xmlns:a16="http://schemas.microsoft.com/office/drawing/2014/main" id="{4C16E61B-F439-4535-8D09-A00D39E69E5E}"/>
              </a:ext>
            </a:extLst>
          </p:cNvPr>
          <p:cNvCxnSpPr/>
          <p:nvPr/>
        </p:nvCxnSpPr>
        <p:spPr>
          <a:xfrm>
            <a:off x="6724891" y="324433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098CCB3C-2CD0-4DFA-8C89-BFEC0E15DEB4}"/>
                  </a:ext>
                </a:extLst>
              </p:cNvPr>
              <p:cNvSpPr txBox="1"/>
              <p:nvPr/>
            </p:nvSpPr>
            <p:spPr>
              <a:xfrm>
                <a:off x="7594919" y="2740183"/>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𝒒</m:t>
                          </m:r>
                        </m:e>
                      </m:acc>
                    </m:oMath>
                  </m:oMathPara>
                </a14:m>
                <a:endParaRPr lang="zh-TW" altLang="en-US" b="1" dirty="0"/>
              </a:p>
            </p:txBody>
          </p:sp>
        </mc:Choice>
        <mc:Fallback>
          <p:sp>
            <p:nvSpPr>
              <p:cNvPr id="11" name="文字方塊 10">
                <a:extLst>
                  <a:ext uri="{FF2B5EF4-FFF2-40B4-BE49-F238E27FC236}">
                    <a16:creationId xmlns:a16="http://schemas.microsoft.com/office/drawing/2014/main" id="{098CCB3C-2CD0-4DFA-8C89-BFEC0E15DEB4}"/>
                  </a:ext>
                </a:extLst>
              </p:cNvPr>
              <p:cNvSpPr txBox="1">
                <a:spLocks noRot="1" noChangeAspect="1" noMove="1" noResize="1" noEditPoints="1" noAdjustHandles="1" noChangeArrowheads="1" noChangeShapeType="1" noTextEdit="1"/>
              </p:cNvSpPr>
              <p:nvPr/>
            </p:nvSpPr>
            <p:spPr>
              <a:xfrm>
                <a:off x="7594919" y="2740183"/>
                <a:ext cx="590309" cy="369332"/>
              </a:xfrm>
              <a:prstGeom prst="rect">
                <a:avLst/>
              </a:prstGeom>
              <a:blipFill>
                <a:blip r:embed="rId4"/>
                <a:stretch>
                  <a:fillRect b="-6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49F73DDF-CBF7-40FB-AAA5-0A50A1D75C7B}"/>
                  </a:ext>
                </a:extLst>
              </p:cNvPr>
              <p:cNvSpPr/>
              <p:nvPr/>
            </p:nvSpPr>
            <p:spPr>
              <a:xfrm>
                <a:off x="5747793" y="3637944"/>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smtClean="0">
                          <a:solidFill>
                            <a:schemeClr val="tx1"/>
                          </a:solidFill>
                          <a:latin typeface="Cambria Math" panose="02040503050406030204" pitchFamily="18" charset="0"/>
                        </a:rPr>
                        <m:t>𝑔</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ea typeface="Cambria Math" panose="02040503050406030204" pitchFamily="18" charset="0"/>
                        </a:rPr>
                        <m:t>∙</m:t>
                      </m:r>
                      <m:r>
                        <a:rPr lang="en-US" altLang="zh-TW" b="0" i="1" smtClean="0">
                          <a:solidFill>
                            <a:schemeClr val="tx1"/>
                          </a:solidFill>
                          <a:latin typeface="Cambria Math" panose="02040503050406030204" pitchFamily="18" charset="0"/>
                        </a:rPr>
                        <m:t>)</m:t>
                      </m:r>
                    </m:oMath>
                  </m:oMathPara>
                </a14:m>
                <a:endParaRPr lang="zh-TW" altLang="en-US" dirty="0">
                  <a:solidFill>
                    <a:schemeClr val="tx1"/>
                  </a:solidFill>
                </a:endParaRPr>
              </a:p>
            </p:txBody>
          </p:sp>
        </mc:Choice>
        <mc:Fallback>
          <p:sp>
            <p:nvSpPr>
              <p:cNvPr id="14" name="矩形 13">
                <a:extLst>
                  <a:ext uri="{FF2B5EF4-FFF2-40B4-BE49-F238E27FC236}">
                    <a16:creationId xmlns:a16="http://schemas.microsoft.com/office/drawing/2014/main" id="{49F73DDF-CBF7-40FB-AAA5-0A50A1D75C7B}"/>
                  </a:ext>
                </a:extLst>
              </p:cNvPr>
              <p:cNvSpPr>
                <a:spLocks noRot="1" noChangeAspect="1" noMove="1" noResize="1" noEditPoints="1" noAdjustHandles="1" noChangeArrowheads="1" noChangeShapeType="1" noTextEdit="1"/>
              </p:cNvSpPr>
              <p:nvPr/>
            </p:nvSpPr>
            <p:spPr>
              <a:xfrm>
                <a:off x="5747793" y="3637944"/>
                <a:ext cx="586451" cy="614788"/>
              </a:xfrm>
              <a:prstGeom prst="rect">
                <a:avLst/>
              </a:prstGeom>
              <a:blipFill>
                <a:blip r:embed="rId5"/>
                <a:stretch>
                  <a:fillRect l="-2020"/>
                </a:stretch>
              </a:blipFill>
              <a:ln w="1905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49AB5749-56DD-44A9-8094-212ACFEDA729}"/>
                  </a:ext>
                </a:extLst>
              </p:cNvPr>
              <p:cNvSpPr/>
              <p:nvPr/>
            </p:nvSpPr>
            <p:spPr>
              <a:xfrm>
                <a:off x="5747793" y="1993605"/>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𝑑</m:t>
                          </m:r>
                        </m:sub>
                      </m:sSub>
                    </m:oMath>
                  </m:oMathPara>
                </a14:m>
                <a:endParaRPr lang="zh-TW" altLang="en-US" dirty="0">
                  <a:solidFill>
                    <a:schemeClr val="tx1"/>
                  </a:solidFill>
                </a:endParaRPr>
              </a:p>
            </p:txBody>
          </p:sp>
        </mc:Choice>
        <mc:Fallback>
          <p:sp>
            <p:nvSpPr>
              <p:cNvPr id="16" name="矩形 15">
                <a:extLst>
                  <a:ext uri="{FF2B5EF4-FFF2-40B4-BE49-F238E27FC236}">
                    <a16:creationId xmlns:a16="http://schemas.microsoft.com/office/drawing/2014/main" id="{49AB5749-56DD-44A9-8094-212ACFEDA729}"/>
                  </a:ext>
                </a:extLst>
              </p:cNvPr>
              <p:cNvSpPr>
                <a:spLocks noRot="1" noChangeAspect="1" noMove="1" noResize="1" noEditPoints="1" noAdjustHandles="1" noChangeArrowheads="1" noChangeShapeType="1" noTextEdit="1"/>
              </p:cNvSpPr>
              <p:nvPr/>
            </p:nvSpPr>
            <p:spPr>
              <a:xfrm>
                <a:off x="5747793" y="1993605"/>
                <a:ext cx="586451" cy="614788"/>
              </a:xfrm>
              <a:prstGeom prst="rect">
                <a:avLst/>
              </a:prstGeom>
              <a:blipFill>
                <a:blip r:embed="rId6"/>
                <a:stretch>
                  <a:fillRect/>
                </a:stretch>
              </a:blipFill>
              <a:ln w="19050">
                <a:solidFill>
                  <a:schemeClr val="tx1"/>
                </a:solidFill>
              </a:ln>
            </p:spPr>
            <p:txBody>
              <a:bodyPr/>
              <a:lstStyle/>
              <a:p>
                <a:r>
                  <a:rPr lang="zh-TW" altLang="en-US">
                    <a:noFill/>
                  </a:rPr>
                  <a:t> </a:t>
                </a:r>
              </a:p>
            </p:txBody>
          </p:sp>
        </mc:Fallback>
      </mc:AlternateContent>
      <p:cxnSp>
        <p:nvCxnSpPr>
          <p:cNvPr id="22" name="接點: 肘形 21">
            <a:extLst>
              <a:ext uri="{FF2B5EF4-FFF2-40B4-BE49-F238E27FC236}">
                <a16:creationId xmlns:a16="http://schemas.microsoft.com/office/drawing/2014/main" id="{0BFFF8C1-7E2D-4671-83D0-F0AEB518AA50}"/>
              </a:ext>
            </a:extLst>
          </p:cNvPr>
          <p:cNvCxnSpPr>
            <a:endCxn id="16" idx="3"/>
          </p:cNvCxnSpPr>
          <p:nvPr/>
        </p:nvCxnSpPr>
        <p:spPr>
          <a:xfrm rot="10800000">
            <a:off x="6334244" y="2301000"/>
            <a:ext cx="870996" cy="673695"/>
          </a:xfrm>
          <a:prstGeom prst="bentConnector3">
            <a:avLst>
              <a:gd name="adj1" fmla="val 83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接點: 肘形 23">
            <a:extLst>
              <a:ext uri="{FF2B5EF4-FFF2-40B4-BE49-F238E27FC236}">
                <a16:creationId xmlns:a16="http://schemas.microsoft.com/office/drawing/2014/main" id="{850CF523-70C2-4666-85E2-689F2E91F8F9}"/>
              </a:ext>
            </a:extLst>
          </p:cNvPr>
          <p:cNvCxnSpPr>
            <a:cxnSpLocks/>
            <a:endCxn id="14" idx="3"/>
          </p:cNvCxnSpPr>
          <p:nvPr/>
        </p:nvCxnSpPr>
        <p:spPr>
          <a:xfrm rot="10800000" flipV="1">
            <a:off x="6334244" y="3244334"/>
            <a:ext cx="870996" cy="701004"/>
          </a:xfrm>
          <a:prstGeom prst="bentConnector3">
            <a:avLst>
              <a:gd name="adj1" fmla="val 83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E6983394-8AB7-44D0-ADAA-B6967C7F3CC5}"/>
              </a:ext>
            </a:extLst>
          </p:cNvPr>
          <p:cNvCxnSpPr>
            <a:cxnSpLocks/>
            <a:stCxn id="4" idx="3"/>
            <a:endCxn id="5" idx="2"/>
          </p:cNvCxnSpPr>
          <p:nvPr/>
        </p:nvCxnSpPr>
        <p:spPr>
          <a:xfrm>
            <a:off x="4174604" y="3121606"/>
            <a:ext cx="511213" cy="2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E0706AB9-6863-46BF-A570-A2F6B44026F5}"/>
              </a:ext>
            </a:extLst>
          </p:cNvPr>
          <p:cNvCxnSpPr>
            <a:cxnSpLocks/>
            <a:stCxn id="5" idx="6"/>
            <a:endCxn id="6" idx="1"/>
          </p:cNvCxnSpPr>
          <p:nvPr/>
        </p:nvCxnSpPr>
        <p:spPr>
          <a:xfrm flipV="1">
            <a:off x="4859438" y="3123169"/>
            <a:ext cx="511214" cy="7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接點: 肘形 36">
            <a:extLst>
              <a:ext uri="{FF2B5EF4-FFF2-40B4-BE49-F238E27FC236}">
                <a16:creationId xmlns:a16="http://schemas.microsoft.com/office/drawing/2014/main" id="{90FE8D24-8335-4DC6-8CF4-C84D49C71974}"/>
              </a:ext>
            </a:extLst>
          </p:cNvPr>
          <p:cNvCxnSpPr>
            <a:cxnSpLocks/>
            <a:stCxn id="16" idx="1"/>
            <a:endCxn id="5" idx="0"/>
          </p:cNvCxnSpPr>
          <p:nvPr/>
        </p:nvCxnSpPr>
        <p:spPr>
          <a:xfrm rot="10800000" flipV="1">
            <a:off x="4772629" y="2300998"/>
            <a:ext cx="975165" cy="745913"/>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0" name="文字方塊 39">
                <a:extLst>
                  <a:ext uri="{FF2B5EF4-FFF2-40B4-BE49-F238E27FC236}">
                    <a16:creationId xmlns:a16="http://schemas.microsoft.com/office/drawing/2014/main" id="{5FB4D65F-7CFB-4D75-8192-1CE1D8355030}"/>
                  </a:ext>
                </a:extLst>
              </p:cNvPr>
              <p:cNvSpPr txBox="1"/>
              <p:nvPr/>
            </p:nvSpPr>
            <p:spPr>
              <a:xfrm>
                <a:off x="4350150" y="2718487"/>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40" name="文字方塊 39">
                <a:extLst>
                  <a:ext uri="{FF2B5EF4-FFF2-40B4-BE49-F238E27FC236}">
                    <a16:creationId xmlns:a16="http://schemas.microsoft.com/office/drawing/2014/main" id="{5FB4D65F-7CFB-4D75-8192-1CE1D8355030}"/>
                  </a:ext>
                </a:extLst>
              </p:cNvPr>
              <p:cNvSpPr txBox="1">
                <a:spLocks noRot="1" noChangeAspect="1" noMove="1" noResize="1" noEditPoints="1" noAdjustHandles="1" noChangeArrowheads="1" noChangeShapeType="1" noTextEdit="1"/>
              </p:cNvSpPr>
              <p:nvPr/>
            </p:nvSpPr>
            <p:spPr>
              <a:xfrm>
                <a:off x="4350150" y="2718487"/>
                <a:ext cx="428266" cy="369331"/>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451A2B47-7C1D-451A-ACEC-84AB4B37753B}"/>
                  </a:ext>
                </a:extLst>
              </p:cNvPr>
              <p:cNvSpPr txBox="1"/>
              <p:nvPr/>
            </p:nvSpPr>
            <p:spPr>
              <a:xfrm>
                <a:off x="4350150" y="3165508"/>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41" name="文字方塊 40">
                <a:extLst>
                  <a:ext uri="{FF2B5EF4-FFF2-40B4-BE49-F238E27FC236}">
                    <a16:creationId xmlns:a16="http://schemas.microsoft.com/office/drawing/2014/main" id="{451A2B47-7C1D-451A-ACEC-84AB4B37753B}"/>
                  </a:ext>
                </a:extLst>
              </p:cNvPr>
              <p:cNvSpPr txBox="1">
                <a:spLocks noRot="1" noChangeAspect="1" noMove="1" noResize="1" noEditPoints="1" noAdjustHandles="1" noChangeArrowheads="1" noChangeShapeType="1" noTextEdit="1"/>
              </p:cNvSpPr>
              <p:nvPr/>
            </p:nvSpPr>
            <p:spPr>
              <a:xfrm>
                <a:off x="4350150" y="3165508"/>
                <a:ext cx="428266" cy="369332"/>
              </a:xfrm>
              <a:prstGeom prst="rect">
                <a:avLst/>
              </a:prstGeom>
              <a:blipFill>
                <a:blip r:embed="rId8"/>
                <a:stretch>
                  <a:fillRect/>
                </a:stretch>
              </a:blipFill>
            </p:spPr>
            <p:txBody>
              <a:bodyPr/>
              <a:lstStyle/>
              <a:p>
                <a:r>
                  <a:rPr lang="zh-TW" altLang="en-US">
                    <a:noFill/>
                  </a:rPr>
                  <a:t> </a:t>
                </a:r>
              </a:p>
            </p:txBody>
          </p:sp>
        </mc:Fallback>
      </mc:AlternateContent>
      <p:cxnSp>
        <p:nvCxnSpPr>
          <p:cNvPr id="42" name="接點: 肘形 41">
            <a:extLst>
              <a:ext uri="{FF2B5EF4-FFF2-40B4-BE49-F238E27FC236}">
                <a16:creationId xmlns:a16="http://schemas.microsoft.com/office/drawing/2014/main" id="{29630E13-FE61-4973-9F71-81B47A1ACCDC}"/>
              </a:ext>
            </a:extLst>
          </p:cNvPr>
          <p:cNvCxnSpPr>
            <a:cxnSpLocks/>
            <a:stCxn id="14" idx="1"/>
            <a:endCxn id="5" idx="4"/>
          </p:cNvCxnSpPr>
          <p:nvPr/>
        </p:nvCxnSpPr>
        <p:spPr>
          <a:xfrm rot="10800000">
            <a:off x="4772629" y="3200942"/>
            <a:ext cx="975165" cy="74439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C6745BCF-F846-4F13-B969-135094C98572}"/>
                  </a:ext>
                </a:extLst>
              </p:cNvPr>
              <p:cNvSpPr txBox="1"/>
              <p:nvPr/>
            </p:nvSpPr>
            <p:spPr>
              <a:xfrm>
                <a:off x="4811210" y="2750301"/>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𝒖</m:t>
                      </m:r>
                    </m:oMath>
                  </m:oMathPara>
                </a14:m>
                <a:endParaRPr lang="zh-TW" altLang="en-US" b="1" dirty="0"/>
              </a:p>
            </p:txBody>
          </p:sp>
        </mc:Choice>
        <mc:Fallback>
          <p:sp>
            <p:nvSpPr>
              <p:cNvPr id="45" name="文字方塊 44">
                <a:extLst>
                  <a:ext uri="{FF2B5EF4-FFF2-40B4-BE49-F238E27FC236}">
                    <a16:creationId xmlns:a16="http://schemas.microsoft.com/office/drawing/2014/main" id="{C6745BCF-F846-4F13-B969-135094C98572}"/>
                  </a:ext>
                </a:extLst>
              </p:cNvPr>
              <p:cNvSpPr txBox="1">
                <a:spLocks noRot="1" noChangeAspect="1" noMove="1" noResize="1" noEditPoints="1" noAdjustHandles="1" noChangeArrowheads="1" noChangeShapeType="1" noTextEdit="1"/>
              </p:cNvSpPr>
              <p:nvPr/>
            </p:nvSpPr>
            <p:spPr>
              <a:xfrm>
                <a:off x="4811210" y="2750301"/>
                <a:ext cx="590309" cy="369332"/>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6" name="文字方塊 45">
                <a:extLst>
                  <a:ext uri="{FF2B5EF4-FFF2-40B4-BE49-F238E27FC236}">
                    <a16:creationId xmlns:a16="http://schemas.microsoft.com/office/drawing/2014/main" id="{1A59CA52-D431-4BEB-A947-B02E4BB40A2E}"/>
                  </a:ext>
                </a:extLst>
              </p:cNvPr>
              <p:cNvSpPr txBox="1"/>
              <p:nvPr/>
            </p:nvSpPr>
            <p:spPr>
              <a:xfrm>
                <a:off x="2273464" y="2735680"/>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𝒒</m:t>
                          </m:r>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46" name="文字方塊 45">
                <a:extLst>
                  <a:ext uri="{FF2B5EF4-FFF2-40B4-BE49-F238E27FC236}">
                    <a16:creationId xmlns:a16="http://schemas.microsoft.com/office/drawing/2014/main" id="{1A59CA52-D431-4BEB-A947-B02E4BB40A2E}"/>
                  </a:ext>
                </a:extLst>
              </p:cNvPr>
              <p:cNvSpPr txBox="1">
                <a:spLocks noRot="1" noChangeAspect="1" noMove="1" noResize="1" noEditPoints="1" noAdjustHandles="1" noChangeArrowheads="1" noChangeShapeType="1" noTextEdit="1"/>
              </p:cNvSpPr>
              <p:nvPr/>
            </p:nvSpPr>
            <p:spPr>
              <a:xfrm>
                <a:off x="2273464" y="2735680"/>
                <a:ext cx="590309" cy="369332"/>
              </a:xfrm>
              <a:prstGeom prst="rect">
                <a:avLst/>
              </a:prstGeom>
              <a:blipFill>
                <a:blip r:embed="rId10"/>
                <a:stretch>
                  <a:fillRect b="-6667"/>
                </a:stretch>
              </a:blipFill>
            </p:spPr>
            <p:txBody>
              <a:bodyPr/>
              <a:lstStyle/>
              <a:p>
                <a:r>
                  <a:rPr lang="zh-TW" altLang="en-US">
                    <a:noFill/>
                  </a:rPr>
                  <a:t> </a:t>
                </a:r>
              </a:p>
            </p:txBody>
          </p:sp>
        </mc:Fallback>
      </mc:AlternateContent>
      <p:sp>
        <p:nvSpPr>
          <p:cNvPr id="47" name="橢圓 46">
            <a:extLst>
              <a:ext uri="{FF2B5EF4-FFF2-40B4-BE49-F238E27FC236}">
                <a16:creationId xmlns:a16="http://schemas.microsoft.com/office/drawing/2014/main" id="{6425A158-81E0-43D5-A00E-98BA977DCE55}"/>
              </a:ext>
            </a:extLst>
          </p:cNvPr>
          <p:cNvSpPr/>
          <p:nvPr/>
        </p:nvSpPr>
        <p:spPr>
          <a:xfrm>
            <a:off x="2864736"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8" name="直線單箭頭接點 47">
            <a:extLst>
              <a:ext uri="{FF2B5EF4-FFF2-40B4-BE49-F238E27FC236}">
                <a16:creationId xmlns:a16="http://schemas.microsoft.com/office/drawing/2014/main" id="{C0723E69-7A2D-42E9-93DA-C24DC92E5684}"/>
              </a:ext>
            </a:extLst>
          </p:cNvPr>
          <p:cNvCxnSpPr>
            <a:cxnSpLocks/>
            <a:endCxn id="47" idx="2"/>
          </p:cNvCxnSpPr>
          <p:nvPr/>
        </p:nvCxnSpPr>
        <p:spPr>
          <a:xfrm>
            <a:off x="2278290" y="3123927"/>
            <a:ext cx="58644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05E5FF10-676A-4346-A9A9-DA1F2B4D2FAF}"/>
              </a:ext>
            </a:extLst>
          </p:cNvPr>
          <p:cNvCxnSpPr>
            <a:cxnSpLocks/>
            <a:stCxn id="47" idx="6"/>
            <a:endCxn id="4" idx="1"/>
          </p:cNvCxnSpPr>
          <p:nvPr/>
        </p:nvCxnSpPr>
        <p:spPr>
          <a:xfrm flipV="1">
            <a:off x="3038357" y="3121606"/>
            <a:ext cx="549796" cy="2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接點: 肘形 53">
            <a:extLst>
              <a:ext uri="{FF2B5EF4-FFF2-40B4-BE49-F238E27FC236}">
                <a16:creationId xmlns:a16="http://schemas.microsoft.com/office/drawing/2014/main" id="{18212212-1702-4E30-BA3A-77C9BACED7CD}"/>
              </a:ext>
            </a:extLst>
          </p:cNvPr>
          <p:cNvCxnSpPr>
            <a:cxnSpLocks/>
            <a:endCxn id="47" idx="4"/>
          </p:cNvCxnSpPr>
          <p:nvPr/>
        </p:nvCxnSpPr>
        <p:spPr>
          <a:xfrm rot="10800000">
            <a:off x="2951547" y="3200942"/>
            <a:ext cx="4253694" cy="140261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4089CE78-1A2A-4C42-9E3F-10C7AB702206}"/>
              </a:ext>
            </a:extLst>
          </p:cNvPr>
          <p:cNvCxnSpPr>
            <a:cxnSpLocks/>
          </p:cNvCxnSpPr>
          <p:nvPr/>
        </p:nvCxnSpPr>
        <p:spPr>
          <a:xfrm>
            <a:off x="7205240" y="3943774"/>
            <a:ext cx="0" cy="6597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6" name="文字方塊 75">
                <a:extLst>
                  <a:ext uri="{FF2B5EF4-FFF2-40B4-BE49-F238E27FC236}">
                    <a16:creationId xmlns:a16="http://schemas.microsoft.com/office/drawing/2014/main" id="{C73EA75E-297A-46AA-AA8C-03CE77BC3640}"/>
                  </a:ext>
                </a:extLst>
              </p:cNvPr>
              <p:cNvSpPr txBox="1"/>
              <p:nvPr/>
            </p:nvSpPr>
            <p:spPr>
              <a:xfrm>
                <a:off x="2523280" y="3207900"/>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76" name="文字方塊 75">
                <a:extLst>
                  <a:ext uri="{FF2B5EF4-FFF2-40B4-BE49-F238E27FC236}">
                    <a16:creationId xmlns:a16="http://schemas.microsoft.com/office/drawing/2014/main" id="{C73EA75E-297A-46AA-AA8C-03CE77BC3640}"/>
                  </a:ext>
                </a:extLst>
              </p:cNvPr>
              <p:cNvSpPr txBox="1">
                <a:spLocks noRot="1" noChangeAspect="1" noMove="1" noResize="1" noEditPoints="1" noAdjustHandles="1" noChangeArrowheads="1" noChangeShapeType="1" noTextEdit="1"/>
              </p:cNvSpPr>
              <p:nvPr/>
            </p:nvSpPr>
            <p:spPr>
              <a:xfrm>
                <a:off x="2523280" y="3207900"/>
                <a:ext cx="428266" cy="369331"/>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7" name="文字方塊 76">
                <a:extLst>
                  <a:ext uri="{FF2B5EF4-FFF2-40B4-BE49-F238E27FC236}">
                    <a16:creationId xmlns:a16="http://schemas.microsoft.com/office/drawing/2014/main" id="{1F9669F8-7BC7-48B5-A616-1F0B80C0E4D3}"/>
                  </a:ext>
                </a:extLst>
              </p:cNvPr>
              <p:cNvSpPr txBox="1"/>
              <p:nvPr/>
            </p:nvSpPr>
            <p:spPr>
              <a:xfrm>
                <a:off x="3016169" y="2750301"/>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b="1" i="1" smtClean="0">
                              <a:latin typeface="Cambria Math" panose="02040503050406030204" pitchFamily="18" charset="0"/>
                            </a:rPr>
                          </m:ctrlPr>
                        </m:accPr>
                        <m:e>
                          <m:r>
                            <a:rPr lang="en-US" altLang="zh-TW" b="1" i="1" smtClean="0">
                              <a:latin typeface="Cambria Math" panose="02040503050406030204" pitchFamily="18" charset="0"/>
                            </a:rPr>
                            <m:t>𝒒</m:t>
                          </m:r>
                        </m:e>
                      </m:acc>
                    </m:oMath>
                  </m:oMathPara>
                </a14:m>
                <a:endParaRPr lang="zh-TW" altLang="en-US" b="1" dirty="0"/>
              </a:p>
            </p:txBody>
          </p:sp>
        </mc:Choice>
        <mc:Fallback>
          <p:sp>
            <p:nvSpPr>
              <p:cNvPr id="77" name="文字方塊 76">
                <a:extLst>
                  <a:ext uri="{FF2B5EF4-FFF2-40B4-BE49-F238E27FC236}">
                    <a16:creationId xmlns:a16="http://schemas.microsoft.com/office/drawing/2014/main" id="{1F9669F8-7BC7-48B5-A616-1F0B80C0E4D3}"/>
                  </a:ext>
                </a:extLst>
              </p:cNvPr>
              <p:cNvSpPr txBox="1">
                <a:spLocks noRot="1" noChangeAspect="1" noMove="1" noResize="1" noEditPoints="1" noAdjustHandles="1" noChangeArrowheads="1" noChangeShapeType="1" noTextEdit="1"/>
              </p:cNvSpPr>
              <p:nvPr/>
            </p:nvSpPr>
            <p:spPr>
              <a:xfrm>
                <a:off x="3016169" y="2750301"/>
                <a:ext cx="590309" cy="369332"/>
              </a:xfrm>
              <a:prstGeom prst="rect">
                <a:avLst/>
              </a:prstGeom>
              <a:blipFill>
                <a:blip r:embed="rId12"/>
                <a:stretch>
                  <a:fillRect r="-17526" b="-6557"/>
                </a:stretch>
              </a:blipFill>
            </p:spPr>
            <p:txBody>
              <a:bodyPr/>
              <a:lstStyle/>
              <a:p>
                <a:r>
                  <a:rPr lang="zh-TW" altLang="en-US">
                    <a:noFill/>
                  </a:rPr>
                  <a:t> </a:t>
                </a:r>
              </a:p>
            </p:txBody>
          </p:sp>
        </mc:Fallback>
      </mc:AlternateContent>
      <p:pic>
        <p:nvPicPr>
          <p:cNvPr id="82" name="圖片 81">
            <a:extLst>
              <a:ext uri="{FF2B5EF4-FFF2-40B4-BE49-F238E27FC236}">
                <a16:creationId xmlns:a16="http://schemas.microsoft.com/office/drawing/2014/main" id="{460FCB4C-5EE2-4016-A51E-14E58579E359}"/>
              </a:ext>
            </a:extLst>
          </p:cNvPr>
          <p:cNvPicPr/>
          <p:nvPr/>
        </p:nvPicPr>
        <p:blipFill rotWithShape="1">
          <a:blip r:embed="rId13" cstate="print">
            <a:extLst>
              <a:ext uri="{28A0092B-C50C-407E-A947-70E740481C1C}">
                <a14:useLocalDpi xmlns:a14="http://schemas.microsoft.com/office/drawing/2010/main" val="0"/>
              </a:ext>
            </a:extLst>
          </a:blip>
          <a:srcRect l="69398" t="32263" b="19744"/>
          <a:stretch/>
        </p:blipFill>
        <p:spPr bwMode="auto">
          <a:xfrm>
            <a:off x="7903577" y="4482096"/>
            <a:ext cx="1612900" cy="1898650"/>
          </a:xfrm>
          <a:prstGeom prst="rect">
            <a:avLst/>
          </a:prstGeom>
          <a:noFill/>
          <a:ln>
            <a:noFill/>
          </a:ln>
          <a:extLst>
            <a:ext uri="{53640926-AAD7-44D8-BBD7-CCE9431645EC}">
              <a14:shadowObscured xmlns:a14="http://schemas.microsoft.com/office/drawing/2010/main"/>
            </a:ext>
          </a:extLst>
        </p:spPr>
      </p:pic>
      <p:pic>
        <p:nvPicPr>
          <p:cNvPr id="83" name="圖片 82">
            <a:extLst>
              <a:ext uri="{FF2B5EF4-FFF2-40B4-BE49-F238E27FC236}">
                <a16:creationId xmlns:a16="http://schemas.microsoft.com/office/drawing/2014/main" id="{668369D4-F7C4-4DE5-9ED5-B260C3FA6344}"/>
              </a:ext>
            </a:extLst>
          </p:cNvPr>
          <p:cNvPicPr/>
          <p:nvPr/>
        </p:nvPicPr>
        <p:blipFill>
          <a:blip r:embed="rId14"/>
          <a:stretch>
            <a:fillRect/>
          </a:stretch>
        </p:blipFill>
        <p:spPr>
          <a:xfrm>
            <a:off x="9544045" y="4476381"/>
            <a:ext cx="2621915" cy="1904365"/>
          </a:xfrm>
          <a:prstGeom prst="rect">
            <a:avLst/>
          </a:prstGeom>
        </p:spPr>
      </p:pic>
    </p:spTree>
    <p:extLst>
      <p:ext uri="{BB962C8B-B14F-4D97-AF65-F5344CB8AC3E}">
        <p14:creationId xmlns:p14="http://schemas.microsoft.com/office/powerpoint/2010/main" val="1756750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713CD095-666F-4800-A62B-38003BA5A37E}"/>
                  </a:ext>
                </a:extLst>
              </p:cNvPr>
              <p:cNvSpPr/>
              <p:nvPr/>
            </p:nvSpPr>
            <p:spPr>
              <a:xfrm>
                <a:off x="1556074" y="3553488"/>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𝑝</m:t>
                          </m:r>
                        </m:sub>
                      </m:sSub>
                    </m:oMath>
                  </m:oMathPara>
                </a14:m>
                <a:endParaRPr lang="zh-TW" altLang="en-US" dirty="0">
                  <a:solidFill>
                    <a:schemeClr val="tx1"/>
                  </a:solidFill>
                </a:endParaRPr>
              </a:p>
            </p:txBody>
          </p:sp>
        </mc:Choice>
        <mc:Fallback>
          <p:sp>
            <p:nvSpPr>
              <p:cNvPr id="4" name="矩形 3">
                <a:extLst>
                  <a:ext uri="{FF2B5EF4-FFF2-40B4-BE49-F238E27FC236}">
                    <a16:creationId xmlns:a16="http://schemas.microsoft.com/office/drawing/2014/main" id="{713CD095-666F-4800-A62B-38003BA5A37E}"/>
                  </a:ext>
                </a:extLst>
              </p:cNvPr>
              <p:cNvSpPr>
                <a:spLocks noRot="1" noChangeAspect="1" noMove="1" noResize="1" noEditPoints="1" noAdjustHandles="1" noChangeArrowheads="1" noChangeShapeType="1" noTextEdit="1"/>
              </p:cNvSpPr>
              <p:nvPr/>
            </p:nvSpPr>
            <p:spPr>
              <a:xfrm>
                <a:off x="1556074" y="3553488"/>
                <a:ext cx="586451" cy="614788"/>
              </a:xfrm>
              <a:prstGeom prst="rect">
                <a:avLst/>
              </a:prstGeom>
              <a:blipFill>
                <a:blip r:embed="rId2"/>
                <a:stretch>
                  <a:fillRect/>
                </a:stretch>
              </a:blipFill>
              <a:ln w="19050">
                <a:solidFill>
                  <a:schemeClr val="tx1"/>
                </a:solidFill>
              </a:ln>
            </p:spPr>
            <p:txBody>
              <a:bodyPr/>
              <a:lstStyle/>
              <a:p>
                <a:r>
                  <a:rPr lang="zh-TW" altLang="en-US">
                    <a:noFill/>
                  </a:rPr>
                  <a:t> </a:t>
                </a:r>
              </a:p>
            </p:txBody>
          </p:sp>
        </mc:Fallback>
      </mc:AlternateContent>
      <p:sp>
        <p:nvSpPr>
          <p:cNvPr id="5" name="橢圓 4">
            <a:extLst>
              <a:ext uri="{FF2B5EF4-FFF2-40B4-BE49-F238E27FC236}">
                <a16:creationId xmlns:a16="http://schemas.microsoft.com/office/drawing/2014/main" id="{915EC2A7-E139-4EDA-A3F0-0EAD8AD9C2A8}"/>
              </a:ext>
            </a:extLst>
          </p:cNvPr>
          <p:cNvSpPr/>
          <p:nvPr/>
        </p:nvSpPr>
        <p:spPr>
          <a:xfrm>
            <a:off x="4685817"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0BF2996E-5740-4F95-8363-741C14F25B09}"/>
              </a:ext>
            </a:extLst>
          </p:cNvPr>
          <p:cNvSpPr/>
          <p:nvPr/>
        </p:nvSpPr>
        <p:spPr>
          <a:xfrm>
            <a:off x="5370652" y="2815774"/>
            <a:ext cx="1340735" cy="6147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Manipulator</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7" name="直線單箭頭接點 6">
            <a:extLst>
              <a:ext uri="{FF2B5EF4-FFF2-40B4-BE49-F238E27FC236}">
                <a16:creationId xmlns:a16="http://schemas.microsoft.com/office/drawing/2014/main" id="{69AECEED-4582-4A52-8E8E-6476BE661CF1}"/>
              </a:ext>
            </a:extLst>
          </p:cNvPr>
          <p:cNvCxnSpPr/>
          <p:nvPr/>
        </p:nvCxnSpPr>
        <p:spPr>
          <a:xfrm>
            <a:off x="6724891" y="297469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D3ABD580-3CB3-42F4-863B-48453A270AE2}"/>
                  </a:ext>
                </a:extLst>
              </p:cNvPr>
              <p:cNvSpPr txBox="1"/>
              <p:nvPr/>
            </p:nvSpPr>
            <p:spPr>
              <a:xfrm>
                <a:off x="7608423" y="3027838"/>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𝒒</m:t>
                      </m:r>
                    </m:oMath>
                  </m:oMathPara>
                </a14:m>
                <a:endParaRPr lang="zh-TW" altLang="en-US" b="1" dirty="0"/>
              </a:p>
            </p:txBody>
          </p:sp>
        </mc:Choice>
        <mc:Fallback>
          <p:sp>
            <p:nvSpPr>
              <p:cNvPr id="8" name="文字方塊 7">
                <a:extLst>
                  <a:ext uri="{FF2B5EF4-FFF2-40B4-BE49-F238E27FC236}">
                    <a16:creationId xmlns:a16="http://schemas.microsoft.com/office/drawing/2014/main" id="{D3ABD580-3CB3-42F4-863B-48453A270AE2}"/>
                  </a:ext>
                </a:extLst>
              </p:cNvPr>
              <p:cNvSpPr txBox="1">
                <a:spLocks noRot="1" noChangeAspect="1" noMove="1" noResize="1" noEditPoints="1" noAdjustHandles="1" noChangeArrowheads="1" noChangeShapeType="1" noTextEdit="1"/>
              </p:cNvSpPr>
              <p:nvPr/>
            </p:nvSpPr>
            <p:spPr>
              <a:xfrm>
                <a:off x="7608423" y="3027838"/>
                <a:ext cx="590309" cy="369332"/>
              </a:xfrm>
              <a:prstGeom prst="rect">
                <a:avLst/>
              </a:prstGeom>
              <a:blipFill>
                <a:blip r:embed="rId3"/>
                <a:stretch>
                  <a:fillRect b="-6667"/>
                </a:stretch>
              </a:blipFill>
            </p:spPr>
            <p:txBody>
              <a:bodyPr/>
              <a:lstStyle/>
              <a:p>
                <a:r>
                  <a:rPr lang="zh-TW" altLang="en-US">
                    <a:noFill/>
                  </a:rPr>
                  <a:t> </a:t>
                </a:r>
              </a:p>
            </p:txBody>
          </p:sp>
        </mc:Fallback>
      </mc:AlternateContent>
      <p:cxnSp>
        <p:nvCxnSpPr>
          <p:cNvPr id="9" name="直線單箭頭接點 8">
            <a:extLst>
              <a:ext uri="{FF2B5EF4-FFF2-40B4-BE49-F238E27FC236}">
                <a16:creationId xmlns:a16="http://schemas.microsoft.com/office/drawing/2014/main" id="{F9971561-F507-4AA6-A261-C923ABAAD0AE}"/>
              </a:ext>
            </a:extLst>
          </p:cNvPr>
          <p:cNvCxnSpPr/>
          <p:nvPr/>
        </p:nvCxnSpPr>
        <p:spPr>
          <a:xfrm>
            <a:off x="6724891" y="324433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9E022DA1-91D5-4B63-A04E-EED6925ED24A}"/>
                  </a:ext>
                </a:extLst>
              </p:cNvPr>
              <p:cNvSpPr txBox="1"/>
              <p:nvPr/>
            </p:nvSpPr>
            <p:spPr>
              <a:xfrm>
                <a:off x="7594919" y="2740183"/>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𝒒</m:t>
                          </m:r>
                        </m:e>
                      </m:acc>
                    </m:oMath>
                  </m:oMathPara>
                </a14:m>
                <a:endParaRPr lang="zh-TW" altLang="en-US" b="1" dirty="0"/>
              </a:p>
            </p:txBody>
          </p:sp>
        </mc:Choice>
        <mc:Fallback>
          <p:sp>
            <p:nvSpPr>
              <p:cNvPr id="10" name="文字方塊 9">
                <a:extLst>
                  <a:ext uri="{FF2B5EF4-FFF2-40B4-BE49-F238E27FC236}">
                    <a16:creationId xmlns:a16="http://schemas.microsoft.com/office/drawing/2014/main" id="{9E022DA1-91D5-4B63-A04E-EED6925ED24A}"/>
                  </a:ext>
                </a:extLst>
              </p:cNvPr>
              <p:cNvSpPr txBox="1">
                <a:spLocks noRot="1" noChangeAspect="1" noMove="1" noResize="1" noEditPoints="1" noAdjustHandles="1" noChangeArrowheads="1" noChangeShapeType="1" noTextEdit="1"/>
              </p:cNvSpPr>
              <p:nvPr/>
            </p:nvSpPr>
            <p:spPr>
              <a:xfrm>
                <a:off x="7594919" y="2740183"/>
                <a:ext cx="590309" cy="369332"/>
              </a:xfrm>
              <a:prstGeom prst="rect">
                <a:avLst/>
              </a:prstGeom>
              <a:blipFill>
                <a:blip r:embed="rId4"/>
                <a:stretch>
                  <a:fillRect b="-6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2780AB4C-A295-4F08-8B0D-3B53AEE7B641}"/>
                  </a:ext>
                </a:extLst>
              </p:cNvPr>
              <p:cNvSpPr/>
              <p:nvPr/>
            </p:nvSpPr>
            <p:spPr>
              <a:xfrm>
                <a:off x="5370652" y="3637944"/>
                <a:ext cx="1340733"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𝑛</m:t>
                      </m:r>
                      <m:r>
                        <a:rPr lang="en-US" altLang="zh-TW" b="0" i="1" smtClean="0">
                          <a:solidFill>
                            <a:schemeClr val="tx1"/>
                          </a:solidFill>
                          <a:latin typeface="Cambria Math" panose="02040503050406030204" pitchFamily="18" charset="0"/>
                        </a:rPr>
                        <m:t>(∙,∙)</m:t>
                      </m:r>
                    </m:oMath>
                  </m:oMathPara>
                </a14:m>
                <a:endParaRPr lang="zh-TW" altLang="en-US" dirty="0">
                  <a:solidFill>
                    <a:schemeClr val="tx1"/>
                  </a:solidFill>
                </a:endParaRPr>
              </a:p>
            </p:txBody>
          </p:sp>
        </mc:Choice>
        <mc:Fallback>
          <p:sp>
            <p:nvSpPr>
              <p:cNvPr id="11" name="矩形 10">
                <a:extLst>
                  <a:ext uri="{FF2B5EF4-FFF2-40B4-BE49-F238E27FC236}">
                    <a16:creationId xmlns:a16="http://schemas.microsoft.com/office/drawing/2014/main" id="{2780AB4C-A295-4F08-8B0D-3B53AEE7B641}"/>
                  </a:ext>
                </a:extLst>
              </p:cNvPr>
              <p:cNvSpPr>
                <a:spLocks noRot="1" noChangeAspect="1" noMove="1" noResize="1" noEditPoints="1" noAdjustHandles="1" noChangeArrowheads="1" noChangeShapeType="1" noTextEdit="1"/>
              </p:cNvSpPr>
              <p:nvPr/>
            </p:nvSpPr>
            <p:spPr>
              <a:xfrm>
                <a:off x="5370652" y="3637944"/>
                <a:ext cx="1340733" cy="614788"/>
              </a:xfrm>
              <a:prstGeom prst="rect">
                <a:avLst/>
              </a:prstGeom>
              <a:blipFill>
                <a:blip r:embed="rId5"/>
                <a:stretch>
                  <a:fillRect/>
                </a:stretch>
              </a:blipFill>
              <a:ln w="19050">
                <a:solidFill>
                  <a:schemeClr val="tx1"/>
                </a:solidFill>
              </a:ln>
            </p:spPr>
            <p:txBody>
              <a:bodyPr/>
              <a:lstStyle/>
              <a:p>
                <a:r>
                  <a:rPr lang="zh-TW" altLang="en-US">
                    <a:noFill/>
                  </a:rPr>
                  <a:t> </a:t>
                </a:r>
              </a:p>
            </p:txBody>
          </p:sp>
        </mc:Fallback>
      </mc:AlternateContent>
      <p:cxnSp>
        <p:nvCxnSpPr>
          <p:cNvPr id="13" name="接點: 肘形 12">
            <a:extLst>
              <a:ext uri="{FF2B5EF4-FFF2-40B4-BE49-F238E27FC236}">
                <a16:creationId xmlns:a16="http://schemas.microsoft.com/office/drawing/2014/main" id="{9FB9F92C-BE37-4D63-AE9B-3D038EB82036}"/>
              </a:ext>
            </a:extLst>
          </p:cNvPr>
          <p:cNvCxnSpPr>
            <a:cxnSpLocks/>
            <a:endCxn id="49" idx="0"/>
          </p:cNvCxnSpPr>
          <p:nvPr/>
        </p:nvCxnSpPr>
        <p:spPr>
          <a:xfrm rot="10800000">
            <a:off x="918505" y="3047692"/>
            <a:ext cx="6487838" cy="39438"/>
          </a:xfrm>
          <a:prstGeom prst="bentConnector4">
            <a:avLst>
              <a:gd name="adj1" fmla="val -87"/>
              <a:gd name="adj2" fmla="val 270472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接點: 肘形 13">
            <a:extLst>
              <a:ext uri="{FF2B5EF4-FFF2-40B4-BE49-F238E27FC236}">
                <a16:creationId xmlns:a16="http://schemas.microsoft.com/office/drawing/2014/main" id="{30F32F27-B36F-49BB-AF53-3159CBAF6D5E}"/>
              </a:ext>
            </a:extLst>
          </p:cNvPr>
          <p:cNvCxnSpPr>
            <a:cxnSpLocks/>
          </p:cNvCxnSpPr>
          <p:nvPr/>
        </p:nvCxnSpPr>
        <p:spPr>
          <a:xfrm rot="5400000">
            <a:off x="6686497" y="3268441"/>
            <a:ext cx="552307" cy="502534"/>
          </a:xfrm>
          <a:prstGeom prst="bentConnector3">
            <a:avLst>
              <a:gd name="adj1" fmla="val 10029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B6A0B374-20EA-4795-9747-082BD911B3F1}"/>
              </a:ext>
            </a:extLst>
          </p:cNvPr>
          <p:cNvCxnSpPr>
            <a:cxnSpLocks/>
            <a:stCxn id="43" idx="3"/>
            <a:endCxn id="5" idx="2"/>
          </p:cNvCxnSpPr>
          <p:nvPr/>
        </p:nvCxnSpPr>
        <p:spPr>
          <a:xfrm>
            <a:off x="4259485" y="3119633"/>
            <a:ext cx="426332" cy="42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AA3BBFB1-36C5-47F8-AA0E-900375023319}"/>
              </a:ext>
            </a:extLst>
          </p:cNvPr>
          <p:cNvCxnSpPr>
            <a:cxnSpLocks/>
            <a:stCxn id="5" idx="6"/>
            <a:endCxn id="6" idx="1"/>
          </p:cNvCxnSpPr>
          <p:nvPr/>
        </p:nvCxnSpPr>
        <p:spPr>
          <a:xfrm flipV="1">
            <a:off x="4859438" y="3123169"/>
            <a:ext cx="511214" cy="7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文字方塊 17">
                <a:extLst>
                  <a:ext uri="{FF2B5EF4-FFF2-40B4-BE49-F238E27FC236}">
                    <a16:creationId xmlns:a16="http://schemas.microsoft.com/office/drawing/2014/main" id="{B4054684-759E-4641-8A3C-CA81524CE6B7}"/>
                  </a:ext>
                </a:extLst>
              </p:cNvPr>
              <p:cNvSpPr txBox="1"/>
              <p:nvPr/>
            </p:nvSpPr>
            <p:spPr>
              <a:xfrm>
                <a:off x="526168" y="2646516"/>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8" name="文字方塊 17">
                <a:extLst>
                  <a:ext uri="{FF2B5EF4-FFF2-40B4-BE49-F238E27FC236}">
                    <a16:creationId xmlns:a16="http://schemas.microsoft.com/office/drawing/2014/main" id="{B4054684-759E-4641-8A3C-CA81524CE6B7}"/>
                  </a:ext>
                </a:extLst>
              </p:cNvPr>
              <p:cNvSpPr txBox="1">
                <a:spLocks noRot="1" noChangeAspect="1" noMove="1" noResize="1" noEditPoints="1" noAdjustHandles="1" noChangeArrowheads="1" noChangeShapeType="1" noTextEdit="1"/>
              </p:cNvSpPr>
              <p:nvPr/>
            </p:nvSpPr>
            <p:spPr>
              <a:xfrm>
                <a:off x="526168" y="2646516"/>
                <a:ext cx="428266" cy="36933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5B9557E8-B8C9-4116-8879-524A876C737A}"/>
                  </a:ext>
                </a:extLst>
              </p:cNvPr>
              <p:cNvSpPr txBox="1"/>
              <p:nvPr/>
            </p:nvSpPr>
            <p:spPr>
              <a:xfrm>
                <a:off x="4350150" y="3165508"/>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9" name="文字方塊 18">
                <a:extLst>
                  <a:ext uri="{FF2B5EF4-FFF2-40B4-BE49-F238E27FC236}">
                    <a16:creationId xmlns:a16="http://schemas.microsoft.com/office/drawing/2014/main" id="{5B9557E8-B8C9-4116-8879-524A876C737A}"/>
                  </a:ext>
                </a:extLst>
              </p:cNvPr>
              <p:cNvSpPr txBox="1">
                <a:spLocks noRot="1" noChangeAspect="1" noMove="1" noResize="1" noEditPoints="1" noAdjustHandles="1" noChangeArrowheads="1" noChangeShapeType="1" noTextEdit="1"/>
              </p:cNvSpPr>
              <p:nvPr/>
            </p:nvSpPr>
            <p:spPr>
              <a:xfrm>
                <a:off x="4350150" y="3165508"/>
                <a:ext cx="428266" cy="369332"/>
              </a:xfrm>
              <a:prstGeom prst="rect">
                <a:avLst/>
              </a:prstGeom>
              <a:blipFill>
                <a:blip r:embed="rId7"/>
                <a:stretch>
                  <a:fillRect/>
                </a:stretch>
              </a:blipFill>
            </p:spPr>
            <p:txBody>
              <a:bodyPr/>
              <a:lstStyle/>
              <a:p>
                <a:r>
                  <a:rPr lang="zh-TW" altLang="en-US">
                    <a:noFill/>
                  </a:rPr>
                  <a:t> </a:t>
                </a:r>
              </a:p>
            </p:txBody>
          </p:sp>
        </mc:Fallback>
      </mc:AlternateContent>
      <p:cxnSp>
        <p:nvCxnSpPr>
          <p:cNvPr id="20" name="接點: 肘形 19">
            <a:extLst>
              <a:ext uri="{FF2B5EF4-FFF2-40B4-BE49-F238E27FC236}">
                <a16:creationId xmlns:a16="http://schemas.microsoft.com/office/drawing/2014/main" id="{4EE742E9-05A7-40A5-8A82-937F5C03794A}"/>
              </a:ext>
            </a:extLst>
          </p:cNvPr>
          <p:cNvCxnSpPr>
            <a:cxnSpLocks/>
            <a:stCxn id="11" idx="1"/>
            <a:endCxn id="5" idx="4"/>
          </p:cNvCxnSpPr>
          <p:nvPr/>
        </p:nvCxnSpPr>
        <p:spPr>
          <a:xfrm rot="10800000">
            <a:off x="4772628" y="3200942"/>
            <a:ext cx="598024" cy="74439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文字方塊 20">
                <a:extLst>
                  <a:ext uri="{FF2B5EF4-FFF2-40B4-BE49-F238E27FC236}">
                    <a16:creationId xmlns:a16="http://schemas.microsoft.com/office/drawing/2014/main" id="{D5F201CA-0DB6-4E96-87A0-31CA69CF6D6A}"/>
                  </a:ext>
                </a:extLst>
              </p:cNvPr>
              <p:cNvSpPr txBox="1"/>
              <p:nvPr/>
            </p:nvSpPr>
            <p:spPr>
              <a:xfrm>
                <a:off x="4811210" y="2750301"/>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𝒖</m:t>
                      </m:r>
                    </m:oMath>
                  </m:oMathPara>
                </a14:m>
                <a:endParaRPr lang="zh-TW" altLang="en-US" b="1" dirty="0"/>
              </a:p>
            </p:txBody>
          </p:sp>
        </mc:Choice>
        <mc:Fallback>
          <p:sp>
            <p:nvSpPr>
              <p:cNvPr id="21" name="文字方塊 20">
                <a:extLst>
                  <a:ext uri="{FF2B5EF4-FFF2-40B4-BE49-F238E27FC236}">
                    <a16:creationId xmlns:a16="http://schemas.microsoft.com/office/drawing/2014/main" id="{D5F201CA-0DB6-4E96-87A0-31CA69CF6D6A}"/>
                  </a:ext>
                </a:extLst>
              </p:cNvPr>
              <p:cNvSpPr txBox="1">
                <a:spLocks noRot="1" noChangeAspect="1" noMove="1" noResize="1" noEditPoints="1" noAdjustHandles="1" noChangeArrowheads="1" noChangeShapeType="1" noTextEdit="1"/>
              </p:cNvSpPr>
              <p:nvPr/>
            </p:nvSpPr>
            <p:spPr>
              <a:xfrm>
                <a:off x="4811210" y="2750301"/>
                <a:ext cx="590309" cy="36933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2" name="文字方塊 21">
                <a:extLst>
                  <a:ext uri="{FF2B5EF4-FFF2-40B4-BE49-F238E27FC236}">
                    <a16:creationId xmlns:a16="http://schemas.microsoft.com/office/drawing/2014/main" id="{DDAE48CC-691D-4438-8C3D-2C5429EFF66E}"/>
                  </a:ext>
                </a:extLst>
              </p:cNvPr>
              <p:cNvSpPr txBox="1"/>
              <p:nvPr/>
            </p:nvSpPr>
            <p:spPr>
              <a:xfrm>
                <a:off x="241385" y="3474956"/>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𝒒</m:t>
                          </m:r>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22" name="文字方塊 21">
                <a:extLst>
                  <a:ext uri="{FF2B5EF4-FFF2-40B4-BE49-F238E27FC236}">
                    <a16:creationId xmlns:a16="http://schemas.microsoft.com/office/drawing/2014/main" id="{DDAE48CC-691D-4438-8C3D-2C5429EFF66E}"/>
                  </a:ext>
                </a:extLst>
              </p:cNvPr>
              <p:cNvSpPr txBox="1">
                <a:spLocks noRot="1" noChangeAspect="1" noMove="1" noResize="1" noEditPoints="1" noAdjustHandles="1" noChangeArrowheads="1" noChangeShapeType="1" noTextEdit="1"/>
              </p:cNvSpPr>
              <p:nvPr/>
            </p:nvSpPr>
            <p:spPr>
              <a:xfrm>
                <a:off x="241385" y="3474956"/>
                <a:ext cx="590309" cy="369332"/>
              </a:xfrm>
              <a:prstGeom prst="rect">
                <a:avLst/>
              </a:prstGeom>
              <a:blipFill>
                <a:blip r:embed="rId9"/>
                <a:stretch>
                  <a:fillRect b="-6557"/>
                </a:stretch>
              </a:blipFill>
            </p:spPr>
            <p:txBody>
              <a:bodyPr/>
              <a:lstStyle/>
              <a:p>
                <a:r>
                  <a:rPr lang="zh-TW" altLang="en-US">
                    <a:noFill/>
                  </a:rPr>
                  <a:t> </a:t>
                </a:r>
              </a:p>
            </p:txBody>
          </p:sp>
        </mc:Fallback>
      </mc:AlternateContent>
      <p:sp>
        <p:nvSpPr>
          <p:cNvPr id="23" name="橢圓 22">
            <a:extLst>
              <a:ext uri="{FF2B5EF4-FFF2-40B4-BE49-F238E27FC236}">
                <a16:creationId xmlns:a16="http://schemas.microsoft.com/office/drawing/2014/main" id="{19E9CB30-6D0F-45BB-BEBB-BCD28013D0DB}"/>
              </a:ext>
            </a:extLst>
          </p:cNvPr>
          <p:cNvSpPr/>
          <p:nvPr/>
        </p:nvSpPr>
        <p:spPr>
          <a:xfrm>
            <a:off x="832657" y="3786188"/>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單箭頭接點 23">
            <a:extLst>
              <a:ext uri="{FF2B5EF4-FFF2-40B4-BE49-F238E27FC236}">
                <a16:creationId xmlns:a16="http://schemas.microsoft.com/office/drawing/2014/main" id="{A0843974-0C53-4175-83DE-CE198873503D}"/>
              </a:ext>
            </a:extLst>
          </p:cNvPr>
          <p:cNvCxnSpPr>
            <a:cxnSpLocks/>
            <a:endCxn id="23" idx="2"/>
          </p:cNvCxnSpPr>
          <p:nvPr/>
        </p:nvCxnSpPr>
        <p:spPr>
          <a:xfrm>
            <a:off x="246211" y="3863203"/>
            <a:ext cx="58644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7283B63E-4BCE-4915-A2C8-BE7F52C672EF}"/>
              </a:ext>
            </a:extLst>
          </p:cNvPr>
          <p:cNvCxnSpPr>
            <a:cxnSpLocks/>
            <a:stCxn id="23" idx="6"/>
            <a:endCxn id="4" idx="1"/>
          </p:cNvCxnSpPr>
          <p:nvPr/>
        </p:nvCxnSpPr>
        <p:spPr>
          <a:xfrm flipV="1">
            <a:off x="1006278" y="3860882"/>
            <a:ext cx="549796" cy="2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接點: 肘形 25">
            <a:extLst>
              <a:ext uri="{FF2B5EF4-FFF2-40B4-BE49-F238E27FC236}">
                <a16:creationId xmlns:a16="http://schemas.microsoft.com/office/drawing/2014/main" id="{D251BF1A-0A25-403A-B76E-B1141F0B3641}"/>
              </a:ext>
            </a:extLst>
          </p:cNvPr>
          <p:cNvCxnSpPr>
            <a:cxnSpLocks/>
            <a:endCxn id="23" idx="4"/>
          </p:cNvCxnSpPr>
          <p:nvPr/>
        </p:nvCxnSpPr>
        <p:spPr>
          <a:xfrm rot="10800000">
            <a:off x="919468" y="3940219"/>
            <a:ext cx="6294450" cy="657619"/>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B5FB41AF-36D9-4459-B52D-CF452444794A}"/>
              </a:ext>
            </a:extLst>
          </p:cNvPr>
          <p:cNvCxnSpPr>
            <a:cxnSpLocks/>
          </p:cNvCxnSpPr>
          <p:nvPr/>
        </p:nvCxnSpPr>
        <p:spPr>
          <a:xfrm>
            <a:off x="7213918" y="3795862"/>
            <a:ext cx="0" cy="8076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0E080E8C-05B1-4A01-ACAA-34A91F0EC498}"/>
                  </a:ext>
                </a:extLst>
              </p:cNvPr>
              <p:cNvSpPr txBox="1"/>
              <p:nvPr/>
            </p:nvSpPr>
            <p:spPr>
              <a:xfrm>
                <a:off x="491201" y="3947176"/>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28" name="文字方塊 27">
                <a:extLst>
                  <a:ext uri="{FF2B5EF4-FFF2-40B4-BE49-F238E27FC236}">
                    <a16:creationId xmlns:a16="http://schemas.microsoft.com/office/drawing/2014/main" id="{0E080E8C-05B1-4A01-ACAA-34A91F0EC498}"/>
                  </a:ext>
                </a:extLst>
              </p:cNvPr>
              <p:cNvSpPr txBox="1">
                <a:spLocks noRot="1" noChangeAspect="1" noMove="1" noResize="1" noEditPoints="1" noAdjustHandles="1" noChangeArrowheads="1" noChangeShapeType="1" noTextEdit="1"/>
              </p:cNvSpPr>
              <p:nvPr/>
            </p:nvSpPr>
            <p:spPr>
              <a:xfrm>
                <a:off x="491201" y="3947176"/>
                <a:ext cx="428266" cy="369331"/>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F5CFFB35-F919-402B-A563-E38A7511510E}"/>
                  </a:ext>
                </a:extLst>
              </p:cNvPr>
              <p:cNvSpPr txBox="1"/>
              <p:nvPr/>
            </p:nvSpPr>
            <p:spPr>
              <a:xfrm>
                <a:off x="984090" y="3489577"/>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b="1" i="1" smtClean="0">
                              <a:latin typeface="Cambria Math" panose="02040503050406030204" pitchFamily="18" charset="0"/>
                            </a:rPr>
                          </m:ctrlPr>
                        </m:accPr>
                        <m:e>
                          <m:r>
                            <a:rPr lang="en-US" altLang="zh-TW" b="1" i="1" smtClean="0">
                              <a:latin typeface="Cambria Math" panose="02040503050406030204" pitchFamily="18" charset="0"/>
                            </a:rPr>
                            <m:t>𝒒</m:t>
                          </m:r>
                        </m:e>
                      </m:acc>
                    </m:oMath>
                  </m:oMathPara>
                </a14:m>
                <a:endParaRPr lang="zh-TW" altLang="en-US" b="1" dirty="0"/>
              </a:p>
            </p:txBody>
          </p:sp>
        </mc:Choice>
        <mc:Fallback>
          <p:sp>
            <p:nvSpPr>
              <p:cNvPr id="29" name="文字方塊 28">
                <a:extLst>
                  <a:ext uri="{FF2B5EF4-FFF2-40B4-BE49-F238E27FC236}">
                    <a16:creationId xmlns:a16="http://schemas.microsoft.com/office/drawing/2014/main" id="{F5CFFB35-F919-402B-A563-E38A7511510E}"/>
                  </a:ext>
                </a:extLst>
              </p:cNvPr>
              <p:cNvSpPr txBox="1">
                <a:spLocks noRot="1" noChangeAspect="1" noMove="1" noResize="1" noEditPoints="1" noAdjustHandles="1" noChangeArrowheads="1" noChangeShapeType="1" noTextEdit="1"/>
              </p:cNvSpPr>
              <p:nvPr/>
            </p:nvSpPr>
            <p:spPr>
              <a:xfrm>
                <a:off x="984090" y="3489577"/>
                <a:ext cx="590309" cy="369332"/>
              </a:xfrm>
              <a:prstGeom prst="rect">
                <a:avLst/>
              </a:prstGeom>
              <a:blipFill>
                <a:blip r:embed="rId11"/>
                <a:stretch>
                  <a:fillRect r="-18557" b="-6557"/>
                </a:stretch>
              </a:blipFill>
            </p:spPr>
            <p:txBody>
              <a:bodyPr/>
              <a:lstStyle/>
              <a:p>
                <a:r>
                  <a:rPr lang="zh-TW" altLang="en-US">
                    <a:noFill/>
                  </a:rPr>
                  <a:t> </a:t>
                </a:r>
              </a:p>
            </p:txBody>
          </p:sp>
        </mc:Fallback>
      </mc:AlternateContent>
      <p:cxnSp>
        <p:nvCxnSpPr>
          <p:cNvPr id="37" name="接點: 肘形 36">
            <a:extLst>
              <a:ext uri="{FF2B5EF4-FFF2-40B4-BE49-F238E27FC236}">
                <a16:creationId xmlns:a16="http://schemas.microsoft.com/office/drawing/2014/main" id="{D2A0F57F-DCF4-4BCC-B991-AAE4DF296AEB}"/>
              </a:ext>
            </a:extLst>
          </p:cNvPr>
          <p:cNvCxnSpPr>
            <a:cxnSpLocks/>
          </p:cNvCxnSpPr>
          <p:nvPr/>
        </p:nvCxnSpPr>
        <p:spPr>
          <a:xfrm rot="5400000">
            <a:off x="6480747" y="3229720"/>
            <a:ext cx="1156234" cy="694958"/>
          </a:xfrm>
          <a:prstGeom prst="bentConnector3">
            <a:avLst>
              <a:gd name="adj1" fmla="val 9905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3" name="矩形 42">
                <a:extLst>
                  <a:ext uri="{FF2B5EF4-FFF2-40B4-BE49-F238E27FC236}">
                    <a16:creationId xmlns:a16="http://schemas.microsoft.com/office/drawing/2014/main" id="{E64BD486-4E17-4AF2-BF01-CDE5AA1A29FB}"/>
                  </a:ext>
                </a:extLst>
              </p:cNvPr>
              <p:cNvSpPr/>
              <p:nvPr/>
            </p:nvSpPr>
            <p:spPr>
              <a:xfrm>
                <a:off x="3510986" y="2812239"/>
                <a:ext cx="748499"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smtClean="0">
                          <a:solidFill>
                            <a:schemeClr val="tx1"/>
                          </a:solidFill>
                          <a:latin typeface="Cambria Math" panose="02040503050406030204" pitchFamily="18" charset="0"/>
                        </a:rPr>
                        <m:t>𝐵</m:t>
                      </m:r>
                      <m:r>
                        <a:rPr lang="en-US" altLang="zh-TW" b="1" i="1" smtClean="0">
                          <a:solidFill>
                            <a:schemeClr val="tx1"/>
                          </a:solidFill>
                          <a:latin typeface="Cambria Math" panose="02040503050406030204" pitchFamily="18" charset="0"/>
                        </a:rPr>
                        <m:t>(</m:t>
                      </m:r>
                      <m:r>
                        <a:rPr lang="en-US" altLang="zh-TW" b="1" i="1" smtClean="0">
                          <a:solidFill>
                            <a:schemeClr val="tx1"/>
                          </a:solidFill>
                          <a:latin typeface="Cambria Math" panose="02040503050406030204" pitchFamily="18" charset="0"/>
                        </a:rPr>
                        <m:t>𝒒</m:t>
                      </m:r>
                      <m:r>
                        <a:rPr lang="en-US" altLang="zh-TW" b="1" i="1" smtClean="0">
                          <a:solidFill>
                            <a:schemeClr val="tx1"/>
                          </a:solidFill>
                          <a:latin typeface="Cambria Math" panose="02040503050406030204" pitchFamily="18" charset="0"/>
                        </a:rPr>
                        <m:t>)</m:t>
                      </m:r>
                    </m:oMath>
                  </m:oMathPara>
                </a14:m>
                <a:endParaRPr lang="zh-TW" altLang="en-US" b="1" dirty="0">
                  <a:solidFill>
                    <a:schemeClr val="tx1"/>
                  </a:solidFill>
                </a:endParaRPr>
              </a:p>
            </p:txBody>
          </p:sp>
        </mc:Choice>
        <mc:Fallback>
          <p:sp>
            <p:nvSpPr>
              <p:cNvPr id="43" name="矩形 42">
                <a:extLst>
                  <a:ext uri="{FF2B5EF4-FFF2-40B4-BE49-F238E27FC236}">
                    <a16:creationId xmlns:a16="http://schemas.microsoft.com/office/drawing/2014/main" id="{E64BD486-4E17-4AF2-BF01-CDE5AA1A29FB}"/>
                  </a:ext>
                </a:extLst>
              </p:cNvPr>
              <p:cNvSpPr>
                <a:spLocks noRot="1" noChangeAspect="1" noMove="1" noResize="1" noEditPoints="1" noAdjustHandles="1" noChangeArrowheads="1" noChangeShapeType="1" noTextEdit="1"/>
              </p:cNvSpPr>
              <p:nvPr/>
            </p:nvSpPr>
            <p:spPr>
              <a:xfrm>
                <a:off x="3510986" y="2812239"/>
                <a:ext cx="748499" cy="614788"/>
              </a:xfrm>
              <a:prstGeom prst="rect">
                <a:avLst/>
              </a:prstGeom>
              <a:blipFill>
                <a:blip r:embed="rId12"/>
                <a:stretch>
                  <a:fillRect/>
                </a:stretch>
              </a:blipFill>
              <a:ln w="19050">
                <a:solidFill>
                  <a:schemeClr val="tx1"/>
                </a:solidFill>
              </a:ln>
            </p:spPr>
            <p:txBody>
              <a:bodyPr/>
              <a:lstStyle/>
              <a:p>
                <a:r>
                  <a:rPr lang="zh-TW" altLang="en-US">
                    <a:noFill/>
                  </a:rPr>
                  <a:t> </a:t>
                </a:r>
              </a:p>
            </p:txBody>
          </p:sp>
        </mc:Fallback>
      </mc:AlternateContent>
      <p:cxnSp>
        <p:nvCxnSpPr>
          <p:cNvPr id="46" name="直線單箭頭接點 45">
            <a:extLst>
              <a:ext uri="{FF2B5EF4-FFF2-40B4-BE49-F238E27FC236}">
                <a16:creationId xmlns:a16="http://schemas.microsoft.com/office/drawing/2014/main" id="{4E853543-3BBD-4618-AC6F-C7B9F3B24AB6}"/>
              </a:ext>
            </a:extLst>
          </p:cNvPr>
          <p:cNvCxnSpPr>
            <a:cxnSpLocks/>
            <a:stCxn id="48" idx="6"/>
            <a:endCxn id="43" idx="1"/>
          </p:cNvCxnSpPr>
          <p:nvPr/>
        </p:nvCxnSpPr>
        <p:spPr>
          <a:xfrm flipV="1">
            <a:off x="2879201" y="3119633"/>
            <a:ext cx="631785" cy="42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橢圓 47">
            <a:extLst>
              <a:ext uri="{FF2B5EF4-FFF2-40B4-BE49-F238E27FC236}">
                <a16:creationId xmlns:a16="http://schemas.microsoft.com/office/drawing/2014/main" id="{BF66D82B-7F24-46C8-BB04-752518264028}"/>
              </a:ext>
            </a:extLst>
          </p:cNvPr>
          <p:cNvSpPr/>
          <p:nvPr/>
        </p:nvSpPr>
        <p:spPr>
          <a:xfrm>
            <a:off x="2705580"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橢圓 48">
            <a:extLst>
              <a:ext uri="{FF2B5EF4-FFF2-40B4-BE49-F238E27FC236}">
                <a16:creationId xmlns:a16="http://schemas.microsoft.com/office/drawing/2014/main" id="{6D21BAC0-9456-404B-805C-096514887A2D}"/>
              </a:ext>
            </a:extLst>
          </p:cNvPr>
          <p:cNvSpPr/>
          <p:nvPr/>
        </p:nvSpPr>
        <p:spPr>
          <a:xfrm>
            <a:off x="831694" y="304769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85" name="矩形 84">
                <a:extLst>
                  <a:ext uri="{FF2B5EF4-FFF2-40B4-BE49-F238E27FC236}">
                    <a16:creationId xmlns:a16="http://schemas.microsoft.com/office/drawing/2014/main" id="{7DCF9B26-8FF7-403E-B0EE-FFD4FBD7B2D0}"/>
                  </a:ext>
                </a:extLst>
              </p:cNvPr>
              <p:cNvSpPr/>
              <p:nvPr/>
            </p:nvSpPr>
            <p:spPr>
              <a:xfrm>
                <a:off x="1555109" y="2814661"/>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𝑑</m:t>
                          </m:r>
                        </m:sub>
                      </m:sSub>
                    </m:oMath>
                  </m:oMathPara>
                </a14:m>
                <a:endParaRPr lang="zh-TW" altLang="en-US" dirty="0">
                  <a:solidFill>
                    <a:schemeClr val="tx1"/>
                  </a:solidFill>
                </a:endParaRPr>
              </a:p>
            </p:txBody>
          </p:sp>
        </mc:Choice>
        <mc:Fallback>
          <p:sp>
            <p:nvSpPr>
              <p:cNvPr id="85" name="矩形 84">
                <a:extLst>
                  <a:ext uri="{FF2B5EF4-FFF2-40B4-BE49-F238E27FC236}">
                    <a16:creationId xmlns:a16="http://schemas.microsoft.com/office/drawing/2014/main" id="{7DCF9B26-8FF7-403E-B0EE-FFD4FBD7B2D0}"/>
                  </a:ext>
                </a:extLst>
              </p:cNvPr>
              <p:cNvSpPr>
                <a:spLocks noRot="1" noChangeAspect="1" noMove="1" noResize="1" noEditPoints="1" noAdjustHandles="1" noChangeArrowheads="1" noChangeShapeType="1" noTextEdit="1"/>
              </p:cNvSpPr>
              <p:nvPr/>
            </p:nvSpPr>
            <p:spPr>
              <a:xfrm>
                <a:off x="1555109" y="2814661"/>
                <a:ext cx="586451" cy="614788"/>
              </a:xfrm>
              <a:prstGeom prst="rect">
                <a:avLst/>
              </a:prstGeom>
              <a:blipFill>
                <a:blip r:embed="rId13"/>
                <a:stretch>
                  <a:fillRect/>
                </a:stretch>
              </a:blipFill>
              <a:ln w="19050">
                <a:solidFill>
                  <a:schemeClr val="tx1"/>
                </a:solidFill>
              </a:ln>
            </p:spPr>
            <p:txBody>
              <a:bodyPr/>
              <a:lstStyle/>
              <a:p>
                <a:r>
                  <a:rPr lang="zh-TW" altLang="en-US">
                    <a:noFill/>
                  </a:rPr>
                  <a:t> </a:t>
                </a:r>
              </a:p>
            </p:txBody>
          </p:sp>
        </mc:Fallback>
      </mc:AlternateContent>
      <p:cxnSp>
        <p:nvCxnSpPr>
          <p:cNvPr id="86" name="直線單箭頭接點 85">
            <a:extLst>
              <a:ext uri="{FF2B5EF4-FFF2-40B4-BE49-F238E27FC236}">
                <a16:creationId xmlns:a16="http://schemas.microsoft.com/office/drawing/2014/main" id="{AFD4187D-F54A-45E1-B517-028658034A31}"/>
              </a:ext>
            </a:extLst>
          </p:cNvPr>
          <p:cNvCxnSpPr>
            <a:cxnSpLocks/>
          </p:cNvCxnSpPr>
          <p:nvPr/>
        </p:nvCxnSpPr>
        <p:spPr>
          <a:xfrm>
            <a:off x="245248" y="3119633"/>
            <a:ext cx="58644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7" name="文字方塊 86">
                <a:extLst>
                  <a:ext uri="{FF2B5EF4-FFF2-40B4-BE49-F238E27FC236}">
                    <a16:creationId xmlns:a16="http://schemas.microsoft.com/office/drawing/2014/main" id="{174882F3-5F9C-4B46-9D1A-312A31CC2DA3}"/>
                  </a:ext>
                </a:extLst>
              </p:cNvPr>
              <p:cNvSpPr txBox="1"/>
              <p:nvPr/>
            </p:nvSpPr>
            <p:spPr>
              <a:xfrm>
                <a:off x="220892" y="2746822"/>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𝒒</m:t>
                              </m:r>
                            </m:e>
                          </m:acc>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87" name="文字方塊 86">
                <a:extLst>
                  <a:ext uri="{FF2B5EF4-FFF2-40B4-BE49-F238E27FC236}">
                    <a16:creationId xmlns:a16="http://schemas.microsoft.com/office/drawing/2014/main" id="{174882F3-5F9C-4B46-9D1A-312A31CC2DA3}"/>
                  </a:ext>
                </a:extLst>
              </p:cNvPr>
              <p:cNvSpPr txBox="1">
                <a:spLocks noRot="1" noChangeAspect="1" noMove="1" noResize="1" noEditPoints="1" noAdjustHandles="1" noChangeArrowheads="1" noChangeShapeType="1" noTextEdit="1"/>
              </p:cNvSpPr>
              <p:nvPr/>
            </p:nvSpPr>
            <p:spPr>
              <a:xfrm>
                <a:off x="220892" y="2746822"/>
                <a:ext cx="590309" cy="369332"/>
              </a:xfrm>
              <a:prstGeom prst="rect">
                <a:avLst/>
              </a:prstGeom>
              <a:blipFill>
                <a:blip r:embed="rId14"/>
                <a:stretch>
                  <a:fillRect b="-6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8" name="文字方塊 87">
                <a:extLst>
                  <a:ext uri="{FF2B5EF4-FFF2-40B4-BE49-F238E27FC236}">
                    <a16:creationId xmlns:a16="http://schemas.microsoft.com/office/drawing/2014/main" id="{8674CD70-E7A2-4CA4-88C3-F858DB93132F}"/>
                  </a:ext>
                </a:extLst>
              </p:cNvPr>
              <p:cNvSpPr txBox="1"/>
              <p:nvPr/>
            </p:nvSpPr>
            <p:spPr>
              <a:xfrm>
                <a:off x="973004" y="2732890"/>
                <a:ext cx="590309" cy="38645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b="1" i="1" smtClean="0">
                              <a:latin typeface="Cambria Math" panose="02040503050406030204" pitchFamily="18" charset="0"/>
                            </a:rPr>
                          </m:ctrlPr>
                        </m:accPr>
                        <m:e>
                          <m:acc>
                            <m:accPr>
                              <m:chr m:val="̃"/>
                              <m:ctrlPr>
                                <a:rPr lang="zh-TW" altLang="en-US" b="1" i="1" smtClean="0">
                                  <a:latin typeface="Cambria Math" panose="02040503050406030204" pitchFamily="18" charset="0"/>
                                </a:rPr>
                              </m:ctrlPr>
                            </m:accPr>
                            <m:e>
                              <m:r>
                                <a:rPr lang="en-US" altLang="zh-TW" b="1" i="1" smtClean="0">
                                  <a:latin typeface="Cambria Math" panose="02040503050406030204" pitchFamily="18" charset="0"/>
                                </a:rPr>
                                <m:t>𝒒</m:t>
                              </m:r>
                            </m:e>
                          </m:acc>
                        </m:e>
                      </m:acc>
                    </m:oMath>
                  </m:oMathPara>
                </a14:m>
                <a:endParaRPr lang="zh-TW" altLang="en-US" b="1" dirty="0"/>
              </a:p>
            </p:txBody>
          </p:sp>
        </mc:Choice>
        <mc:Fallback>
          <p:sp>
            <p:nvSpPr>
              <p:cNvPr id="88" name="文字方塊 87">
                <a:extLst>
                  <a:ext uri="{FF2B5EF4-FFF2-40B4-BE49-F238E27FC236}">
                    <a16:creationId xmlns:a16="http://schemas.microsoft.com/office/drawing/2014/main" id="{8674CD70-E7A2-4CA4-88C3-F858DB93132F}"/>
                  </a:ext>
                </a:extLst>
              </p:cNvPr>
              <p:cNvSpPr txBox="1">
                <a:spLocks noRot="1" noChangeAspect="1" noMove="1" noResize="1" noEditPoints="1" noAdjustHandles="1" noChangeArrowheads="1" noChangeShapeType="1" noTextEdit="1"/>
              </p:cNvSpPr>
              <p:nvPr/>
            </p:nvSpPr>
            <p:spPr>
              <a:xfrm>
                <a:off x="973004" y="2732890"/>
                <a:ext cx="590309" cy="386452"/>
              </a:xfrm>
              <a:prstGeom prst="rect">
                <a:avLst/>
              </a:prstGeom>
              <a:blipFill>
                <a:blip r:embed="rId15"/>
                <a:stretch>
                  <a:fillRect r="-18750" b="-6250"/>
                </a:stretch>
              </a:blipFill>
            </p:spPr>
            <p:txBody>
              <a:bodyPr/>
              <a:lstStyle/>
              <a:p>
                <a:r>
                  <a:rPr lang="zh-TW" altLang="en-US">
                    <a:noFill/>
                  </a:rPr>
                  <a:t> </a:t>
                </a:r>
              </a:p>
            </p:txBody>
          </p:sp>
        </mc:Fallback>
      </mc:AlternateContent>
      <p:cxnSp>
        <p:nvCxnSpPr>
          <p:cNvPr id="89" name="直線單箭頭接點 88">
            <a:extLst>
              <a:ext uri="{FF2B5EF4-FFF2-40B4-BE49-F238E27FC236}">
                <a16:creationId xmlns:a16="http://schemas.microsoft.com/office/drawing/2014/main" id="{66238003-AB69-4831-A284-2481D5D252FA}"/>
              </a:ext>
            </a:extLst>
          </p:cNvPr>
          <p:cNvCxnSpPr>
            <a:cxnSpLocks/>
            <a:stCxn id="49" idx="6"/>
            <a:endCxn id="85" idx="1"/>
          </p:cNvCxnSpPr>
          <p:nvPr/>
        </p:nvCxnSpPr>
        <p:spPr>
          <a:xfrm flipV="1">
            <a:off x="1005315" y="3122055"/>
            <a:ext cx="549794" cy="26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a:extLst>
              <a:ext uri="{FF2B5EF4-FFF2-40B4-BE49-F238E27FC236}">
                <a16:creationId xmlns:a16="http://schemas.microsoft.com/office/drawing/2014/main" id="{10FF0D84-A13D-4A7D-AD11-D718B33E0FB8}"/>
              </a:ext>
            </a:extLst>
          </p:cNvPr>
          <p:cNvCxnSpPr>
            <a:cxnSpLocks/>
            <a:stCxn id="85" idx="3"/>
            <a:endCxn id="48" idx="2"/>
          </p:cNvCxnSpPr>
          <p:nvPr/>
        </p:nvCxnSpPr>
        <p:spPr>
          <a:xfrm>
            <a:off x="2141560" y="3122055"/>
            <a:ext cx="564020" cy="18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接點: 肘形 101">
            <a:extLst>
              <a:ext uri="{FF2B5EF4-FFF2-40B4-BE49-F238E27FC236}">
                <a16:creationId xmlns:a16="http://schemas.microsoft.com/office/drawing/2014/main" id="{185E7403-0C43-40ED-806B-6DCE26BE9121}"/>
              </a:ext>
            </a:extLst>
          </p:cNvPr>
          <p:cNvCxnSpPr>
            <a:cxnSpLocks/>
            <a:endCxn id="48" idx="0"/>
          </p:cNvCxnSpPr>
          <p:nvPr/>
        </p:nvCxnSpPr>
        <p:spPr>
          <a:xfrm>
            <a:off x="268275" y="1571170"/>
            <a:ext cx="2524116" cy="147574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8" name="文字方塊 107">
                <a:extLst>
                  <a:ext uri="{FF2B5EF4-FFF2-40B4-BE49-F238E27FC236}">
                    <a16:creationId xmlns:a16="http://schemas.microsoft.com/office/drawing/2014/main" id="{57FCF0B6-531B-45BA-B94F-34FC33BC4F1C}"/>
                  </a:ext>
                </a:extLst>
              </p:cNvPr>
              <p:cNvSpPr txBox="1"/>
              <p:nvPr/>
            </p:nvSpPr>
            <p:spPr>
              <a:xfrm>
                <a:off x="231013" y="1182923"/>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𝒒</m:t>
                              </m:r>
                            </m:e>
                          </m:acc>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108" name="文字方塊 107">
                <a:extLst>
                  <a:ext uri="{FF2B5EF4-FFF2-40B4-BE49-F238E27FC236}">
                    <a16:creationId xmlns:a16="http://schemas.microsoft.com/office/drawing/2014/main" id="{57FCF0B6-531B-45BA-B94F-34FC33BC4F1C}"/>
                  </a:ext>
                </a:extLst>
              </p:cNvPr>
              <p:cNvSpPr txBox="1">
                <a:spLocks noRot="1" noChangeAspect="1" noMove="1" noResize="1" noEditPoints="1" noAdjustHandles="1" noChangeArrowheads="1" noChangeShapeType="1" noTextEdit="1"/>
              </p:cNvSpPr>
              <p:nvPr/>
            </p:nvSpPr>
            <p:spPr>
              <a:xfrm>
                <a:off x="231013" y="1182923"/>
                <a:ext cx="590309" cy="369332"/>
              </a:xfrm>
              <a:prstGeom prst="rect">
                <a:avLst/>
              </a:prstGeom>
              <a:blipFill>
                <a:blip r:embed="rId16"/>
                <a:stretch>
                  <a:fillRect r="-2062" b="-6557"/>
                </a:stretch>
              </a:blipFill>
            </p:spPr>
            <p:txBody>
              <a:bodyPr/>
              <a:lstStyle/>
              <a:p>
                <a:r>
                  <a:rPr lang="zh-TW" altLang="en-US">
                    <a:noFill/>
                  </a:rPr>
                  <a:t> </a:t>
                </a:r>
              </a:p>
            </p:txBody>
          </p:sp>
        </mc:Fallback>
      </mc:AlternateContent>
      <p:cxnSp>
        <p:nvCxnSpPr>
          <p:cNvPr id="109" name="接點: 肘形 108">
            <a:extLst>
              <a:ext uri="{FF2B5EF4-FFF2-40B4-BE49-F238E27FC236}">
                <a16:creationId xmlns:a16="http://schemas.microsoft.com/office/drawing/2014/main" id="{FAF4B2AD-5EBF-4389-A9A2-29D07368A8F7}"/>
              </a:ext>
            </a:extLst>
          </p:cNvPr>
          <p:cNvCxnSpPr>
            <a:cxnSpLocks/>
            <a:stCxn id="4" idx="3"/>
            <a:endCxn id="48" idx="4"/>
          </p:cNvCxnSpPr>
          <p:nvPr/>
        </p:nvCxnSpPr>
        <p:spPr>
          <a:xfrm flipV="1">
            <a:off x="2142525" y="3200942"/>
            <a:ext cx="649866" cy="65994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2" name="文字方塊 111">
                <a:extLst>
                  <a:ext uri="{FF2B5EF4-FFF2-40B4-BE49-F238E27FC236}">
                    <a16:creationId xmlns:a16="http://schemas.microsoft.com/office/drawing/2014/main" id="{0898A1E8-1CD9-4162-A014-14E87456F5E0}"/>
                  </a:ext>
                </a:extLst>
              </p:cNvPr>
              <p:cNvSpPr txBox="1"/>
              <p:nvPr/>
            </p:nvSpPr>
            <p:spPr>
              <a:xfrm>
                <a:off x="2418624" y="2611345"/>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12" name="文字方塊 111">
                <a:extLst>
                  <a:ext uri="{FF2B5EF4-FFF2-40B4-BE49-F238E27FC236}">
                    <a16:creationId xmlns:a16="http://schemas.microsoft.com/office/drawing/2014/main" id="{0898A1E8-1CD9-4162-A014-14E87456F5E0}"/>
                  </a:ext>
                </a:extLst>
              </p:cNvPr>
              <p:cNvSpPr txBox="1">
                <a:spLocks noRot="1" noChangeAspect="1" noMove="1" noResize="1" noEditPoints="1" noAdjustHandles="1" noChangeArrowheads="1" noChangeShapeType="1" noTextEdit="1"/>
              </p:cNvSpPr>
              <p:nvPr/>
            </p:nvSpPr>
            <p:spPr>
              <a:xfrm>
                <a:off x="2418624" y="2611345"/>
                <a:ext cx="428266" cy="369332"/>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3" name="文字方塊 112">
                <a:extLst>
                  <a:ext uri="{FF2B5EF4-FFF2-40B4-BE49-F238E27FC236}">
                    <a16:creationId xmlns:a16="http://schemas.microsoft.com/office/drawing/2014/main" id="{3EEEE9BC-E1DD-47EF-97D9-37B47FC6116D}"/>
                  </a:ext>
                </a:extLst>
              </p:cNvPr>
              <p:cNvSpPr txBox="1"/>
              <p:nvPr/>
            </p:nvSpPr>
            <p:spPr>
              <a:xfrm>
                <a:off x="2412354" y="3227455"/>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13" name="文字方塊 112">
                <a:extLst>
                  <a:ext uri="{FF2B5EF4-FFF2-40B4-BE49-F238E27FC236}">
                    <a16:creationId xmlns:a16="http://schemas.microsoft.com/office/drawing/2014/main" id="{3EEEE9BC-E1DD-47EF-97D9-37B47FC6116D}"/>
                  </a:ext>
                </a:extLst>
              </p:cNvPr>
              <p:cNvSpPr txBox="1">
                <a:spLocks noRot="1" noChangeAspect="1" noMove="1" noResize="1" noEditPoints="1" noAdjustHandles="1" noChangeArrowheads="1" noChangeShapeType="1" noTextEdit="1"/>
              </p:cNvSpPr>
              <p:nvPr/>
            </p:nvSpPr>
            <p:spPr>
              <a:xfrm>
                <a:off x="2412354" y="3227455"/>
                <a:ext cx="428266" cy="369332"/>
              </a:xfrm>
              <a:prstGeom prst="rect">
                <a:avLst/>
              </a:prstGeom>
              <a:blipFill>
                <a:blip r:embed="rId18"/>
                <a:stretch>
                  <a:fillRect/>
                </a:stretch>
              </a:blipFill>
            </p:spPr>
            <p:txBody>
              <a:bodyPr/>
              <a:lstStyle/>
              <a:p>
                <a:r>
                  <a:rPr lang="zh-TW" altLang="en-US">
                    <a:noFill/>
                  </a:rPr>
                  <a:t> </a:t>
                </a:r>
              </a:p>
            </p:txBody>
          </p:sp>
        </mc:Fallback>
      </mc:AlternateContent>
      <p:cxnSp>
        <p:nvCxnSpPr>
          <p:cNvPr id="114" name="直線單箭頭接點 113">
            <a:extLst>
              <a:ext uri="{FF2B5EF4-FFF2-40B4-BE49-F238E27FC236}">
                <a16:creationId xmlns:a16="http://schemas.microsoft.com/office/drawing/2014/main" id="{466A5268-D53D-42C0-AE00-7B5A37B7E984}"/>
              </a:ext>
            </a:extLst>
          </p:cNvPr>
          <p:cNvCxnSpPr>
            <a:cxnSpLocks/>
            <a:endCxn id="43" idx="2"/>
          </p:cNvCxnSpPr>
          <p:nvPr/>
        </p:nvCxnSpPr>
        <p:spPr>
          <a:xfrm flipV="1">
            <a:off x="3885236" y="3427027"/>
            <a:ext cx="0" cy="11708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7" name="文字方塊 116">
                <a:extLst>
                  <a:ext uri="{FF2B5EF4-FFF2-40B4-BE49-F238E27FC236}">
                    <a16:creationId xmlns:a16="http://schemas.microsoft.com/office/drawing/2014/main" id="{7D292F7E-3377-431E-AC30-C89F6E4C8EAA}"/>
                  </a:ext>
                </a:extLst>
              </p:cNvPr>
              <p:cNvSpPr txBox="1"/>
              <p:nvPr/>
            </p:nvSpPr>
            <p:spPr>
              <a:xfrm>
                <a:off x="2881128" y="2746822"/>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𝒚</m:t>
                      </m:r>
                    </m:oMath>
                  </m:oMathPara>
                </a14:m>
                <a:endParaRPr lang="zh-TW" altLang="en-US" b="1" dirty="0"/>
              </a:p>
            </p:txBody>
          </p:sp>
        </mc:Choice>
        <mc:Fallback>
          <p:sp>
            <p:nvSpPr>
              <p:cNvPr id="117" name="文字方塊 116">
                <a:extLst>
                  <a:ext uri="{FF2B5EF4-FFF2-40B4-BE49-F238E27FC236}">
                    <a16:creationId xmlns:a16="http://schemas.microsoft.com/office/drawing/2014/main" id="{7D292F7E-3377-431E-AC30-C89F6E4C8EAA}"/>
                  </a:ext>
                </a:extLst>
              </p:cNvPr>
              <p:cNvSpPr txBox="1">
                <a:spLocks noRot="1" noChangeAspect="1" noMove="1" noResize="1" noEditPoints="1" noAdjustHandles="1" noChangeArrowheads="1" noChangeShapeType="1" noTextEdit="1"/>
              </p:cNvSpPr>
              <p:nvPr/>
            </p:nvSpPr>
            <p:spPr>
              <a:xfrm>
                <a:off x="2881128" y="2746822"/>
                <a:ext cx="590309" cy="369332"/>
              </a:xfrm>
              <a:prstGeom prst="rect">
                <a:avLst/>
              </a:prstGeom>
              <a:blipFill>
                <a:blip r:embed="rId19"/>
                <a:stretch>
                  <a:fillRect b="-6667"/>
                </a:stretch>
              </a:blipFill>
            </p:spPr>
            <p:txBody>
              <a:bodyPr/>
              <a:lstStyle/>
              <a:p>
                <a:r>
                  <a:rPr lang="zh-TW" altLang="en-US">
                    <a:noFill/>
                  </a:rPr>
                  <a:t> </a:t>
                </a:r>
              </a:p>
            </p:txBody>
          </p:sp>
        </mc:Fallback>
      </mc:AlternateContent>
      <p:pic>
        <p:nvPicPr>
          <p:cNvPr id="119" name="圖片 118">
            <a:extLst>
              <a:ext uri="{FF2B5EF4-FFF2-40B4-BE49-F238E27FC236}">
                <a16:creationId xmlns:a16="http://schemas.microsoft.com/office/drawing/2014/main" id="{C39FA3A0-93B5-439D-9B9E-5919BD1040A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685590" y="195789"/>
            <a:ext cx="3307817" cy="2480863"/>
          </a:xfrm>
          <a:prstGeom prst="rect">
            <a:avLst/>
          </a:prstGeom>
        </p:spPr>
      </p:pic>
      <p:pic>
        <p:nvPicPr>
          <p:cNvPr id="121" name="圖片 120">
            <a:extLst>
              <a:ext uri="{FF2B5EF4-FFF2-40B4-BE49-F238E27FC236}">
                <a16:creationId xmlns:a16="http://schemas.microsoft.com/office/drawing/2014/main" id="{C7ACA5BE-03BB-41C4-8A63-8706B4476A0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0993407" y="194678"/>
            <a:ext cx="3307817" cy="2480863"/>
          </a:xfrm>
          <a:prstGeom prst="rect">
            <a:avLst/>
          </a:prstGeom>
        </p:spPr>
      </p:pic>
      <p:pic>
        <p:nvPicPr>
          <p:cNvPr id="123" name="圖片 122">
            <a:extLst>
              <a:ext uri="{FF2B5EF4-FFF2-40B4-BE49-F238E27FC236}">
                <a16:creationId xmlns:a16="http://schemas.microsoft.com/office/drawing/2014/main" id="{43A408E9-2689-4E51-AAE0-0B9C8B3DBE2B}"/>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258534" y="3076075"/>
            <a:ext cx="3307817" cy="2480863"/>
          </a:xfrm>
          <a:prstGeom prst="rect">
            <a:avLst/>
          </a:prstGeom>
        </p:spPr>
      </p:pic>
      <p:pic>
        <p:nvPicPr>
          <p:cNvPr id="125" name="圖片 124">
            <a:extLst>
              <a:ext uri="{FF2B5EF4-FFF2-40B4-BE49-F238E27FC236}">
                <a16:creationId xmlns:a16="http://schemas.microsoft.com/office/drawing/2014/main" id="{B93BF72B-B84A-431D-9607-6E6CEDDFB00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1566351" y="3076075"/>
            <a:ext cx="3307817" cy="2480863"/>
          </a:xfrm>
          <a:prstGeom prst="rect">
            <a:avLst/>
          </a:prstGeom>
        </p:spPr>
      </p:pic>
    </p:spTree>
    <p:extLst>
      <p:ext uri="{BB962C8B-B14F-4D97-AF65-F5344CB8AC3E}">
        <p14:creationId xmlns:p14="http://schemas.microsoft.com/office/powerpoint/2010/main" val="714795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72961F04-BD66-45FE-89E9-4FD417329DE9}"/>
                  </a:ext>
                </a:extLst>
              </p:cNvPr>
              <p:cNvSpPr/>
              <p:nvPr/>
            </p:nvSpPr>
            <p:spPr>
              <a:xfrm>
                <a:off x="1678809" y="2814212"/>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𝑝</m:t>
                          </m:r>
                        </m:sub>
                      </m:sSub>
                    </m:oMath>
                  </m:oMathPara>
                </a14:m>
                <a:endParaRPr lang="zh-TW" altLang="en-US" dirty="0">
                  <a:solidFill>
                    <a:schemeClr val="tx1"/>
                  </a:solidFill>
                </a:endParaRPr>
              </a:p>
            </p:txBody>
          </p:sp>
        </mc:Choice>
        <mc:Fallback>
          <p:sp>
            <p:nvSpPr>
              <p:cNvPr id="4" name="矩形 3">
                <a:extLst>
                  <a:ext uri="{FF2B5EF4-FFF2-40B4-BE49-F238E27FC236}">
                    <a16:creationId xmlns:a16="http://schemas.microsoft.com/office/drawing/2014/main" id="{72961F04-BD66-45FE-89E9-4FD417329DE9}"/>
                  </a:ext>
                </a:extLst>
              </p:cNvPr>
              <p:cNvSpPr>
                <a:spLocks noRot="1" noChangeAspect="1" noMove="1" noResize="1" noEditPoints="1" noAdjustHandles="1" noChangeArrowheads="1" noChangeShapeType="1" noTextEdit="1"/>
              </p:cNvSpPr>
              <p:nvPr/>
            </p:nvSpPr>
            <p:spPr>
              <a:xfrm>
                <a:off x="1678809" y="2814212"/>
                <a:ext cx="586451" cy="614788"/>
              </a:xfrm>
              <a:prstGeom prst="rect">
                <a:avLst/>
              </a:prstGeom>
              <a:blipFill>
                <a:blip r:embed="rId2"/>
                <a:stretch>
                  <a:fillRect/>
                </a:stretch>
              </a:blipFill>
              <a:ln w="19050">
                <a:solidFill>
                  <a:schemeClr val="tx1"/>
                </a:solidFill>
              </a:ln>
            </p:spPr>
            <p:txBody>
              <a:bodyPr/>
              <a:lstStyle/>
              <a:p>
                <a:r>
                  <a:rPr lang="zh-TW" altLang="en-US">
                    <a:noFill/>
                  </a:rPr>
                  <a:t> </a:t>
                </a:r>
              </a:p>
            </p:txBody>
          </p:sp>
        </mc:Fallback>
      </mc:AlternateContent>
      <p:sp>
        <p:nvSpPr>
          <p:cNvPr id="5" name="橢圓 4">
            <a:extLst>
              <a:ext uri="{FF2B5EF4-FFF2-40B4-BE49-F238E27FC236}">
                <a16:creationId xmlns:a16="http://schemas.microsoft.com/office/drawing/2014/main" id="{A440227A-236C-434E-800D-AA7F25182D45}"/>
              </a:ext>
            </a:extLst>
          </p:cNvPr>
          <p:cNvSpPr/>
          <p:nvPr/>
        </p:nvSpPr>
        <p:spPr>
          <a:xfrm>
            <a:off x="4685817"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DD765BDC-9C2F-4E02-AB89-9FCC16681804}"/>
              </a:ext>
            </a:extLst>
          </p:cNvPr>
          <p:cNvSpPr/>
          <p:nvPr/>
        </p:nvSpPr>
        <p:spPr>
          <a:xfrm>
            <a:off x="5370652" y="2815774"/>
            <a:ext cx="1340735" cy="6147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Manipulator</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7" name="直線單箭頭接點 6">
            <a:extLst>
              <a:ext uri="{FF2B5EF4-FFF2-40B4-BE49-F238E27FC236}">
                <a16:creationId xmlns:a16="http://schemas.microsoft.com/office/drawing/2014/main" id="{38E4C07B-9EB6-4563-8014-D5686FAA38D0}"/>
              </a:ext>
            </a:extLst>
          </p:cNvPr>
          <p:cNvCxnSpPr/>
          <p:nvPr/>
        </p:nvCxnSpPr>
        <p:spPr>
          <a:xfrm>
            <a:off x="6724891" y="297469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9B665C5E-572C-407D-85E2-4C5D68BDDF5C}"/>
                  </a:ext>
                </a:extLst>
              </p:cNvPr>
              <p:cNvSpPr txBox="1"/>
              <p:nvPr/>
            </p:nvSpPr>
            <p:spPr>
              <a:xfrm>
                <a:off x="7608423" y="3027838"/>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𝒒</m:t>
                      </m:r>
                    </m:oMath>
                  </m:oMathPara>
                </a14:m>
                <a:endParaRPr lang="zh-TW" altLang="en-US" b="1" dirty="0"/>
              </a:p>
            </p:txBody>
          </p:sp>
        </mc:Choice>
        <mc:Fallback>
          <p:sp>
            <p:nvSpPr>
              <p:cNvPr id="8" name="文字方塊 7">
                <a:extLst>
                  <a:ext uri="{FF2B5EF4-FFF2-40B4-BE49-F238E27FC236}">
                    <a16:creationId xmlns:a16="http://schemas.microsoft.com/office/drawing/2014/main" id="{9B665C5E-572C-407D-85E2-4C5D68BDDF5C}"/>
                  </a:ext>
                </a:extLst>
              </p:cNvPr>
              <p:cNvSpPr txBox="1">
                <a:spLocks noRot="1" noChangeAspect="1" noMove="1" noResize="1" noEditPoints="1" noAdjustHandles="1" noChangeArrowheads="1" noChangeShapeType="1" noTextEdit="1"/>
              </p:cNvSpPr>
              <p:nvPr/>
            </p:nvSpPr>
            <p:spPr>
              <a:xfrm>
                <a:off x="7608423" y="3027838"/>
                <a:ext cx="590309" cy="369332"/>
              </a:xfrm>
              <a:prstGeom prst="rect">
                <a:avLst/>
              </a:prstGeom>
              <a:blipFill>
                <a:blip r:embed="rId3"/>
                <a:stretch>
                  <a:fillRect b="-6667"/>
                </a:stretch>
              </a:blipFill>
            </p:spPr>
            <p:txBody>
              <a:bodyPr/>
              <a:lstStyle/>
              <a:p>
                <a:r>
                  <a:rPr lang="zh-TW" altLang="en-US">
                    <a:noFill/>
                  </a:rPr>
                  <a:t> </a:t>
                </a:r>
              </a:p>
            </p:txBody>
          </p:sp>
        </mc:Fallback>
      </mc:AlternateContent>
      <p:cxnSp>
        <p:nvCxnSpPr>
          <p:cNvPr id="9" name="直線單箭頭接點 8">
            <a:extLst>
              <a:ext uri="{FF2B5EF4-FFF2-40B4-BE49-F238E27FC236}">
                <a16:creationId xmlns:a16="http://schemas.microsoft.com/office/drawing/2014/main" id="{824AD90C-3DCF-40E8-81F8-C3BE02396631}"/>
              </a:ext>
            </a:extLst>
          </p:cNvPr>
          <p:cNvCxnSpPr/>
          <p:nvPr/>
        </p:nvCxnSpPr>
        <p:spPr>
          <a:xfrm>
            <a:off x="6724891" y="324433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EC1301A3-9F9A-4BF4-8086-8066EDEE6643}"/>
                  </a:ext>
                </a:extLst>
              </p:cNvPr>
              <p:cNvSpPr txBox="1"/>
              <p:nvPr/>
            </p:nvSpPr>
            <p:spPr>
              <a:xfrm>
                <a:off x="7594919" y="2740183"/>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𝒒</m:t>
                          </m:r>
                        </m:e>
                      </m:acc>
                    </m:oMath>
                  </m:oMathPara>
                </a14:m>
                <a:endParaRPr lang="zh-TW" altLang="en-US" b="1" dirty="0"/>
              </a:p>
            </p:txBody>
          </p:sp>
        </mc:Choice>
        <mc:Fallback>
          <p:sp>
            <p:nvSpPr>
              <p:cNvPr id="10" name="文字方塊 9">
                <a:extLst>
                  <a:ext uri="{FF2B5EF4-FFF2-40B4-BE49-F238E27FC236}">
                    <a16:creationId xmlns:a16="http://schemas.microsoft.com/office/drawing/2014/main" id="{EC1301A3-9F9A-4BF4-8086-8066EDEE6643}"/>
                  </a:ext>
                </a:extLst>
              </p:cNvPr>
              <p:cNvSpPr txBox="1">
                <a:spLocks noRot="1" noChangeAspect="1" noMove="1" noResize="1" noEditPoints="1" noAdjustHandles="1" noChangeArrowheads="1" noChangeShapeType="1" noTextEdit="1"/>
              </p:cNvSpPr>
              <p:nvPr/>
            </p:nvSpPr>
            <p:spPr>
              <a:xfrm>
                <a:off x="7594919" y="2740183"/>
                <a:ext cx="590309" cy="369332"/>
              </a:xfrm>
              <a:prstGeom prst="rect">
                <a:avLst/>
              </a:prstGeom>
              <a:blipFill>
                <a:blip r:embed="rId4"/>
                <a:stretch>
                  <a:fillRect b="-6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191F7B7E-3619-4B2D-9750-655397B658F3}"/>
                  </a:ext>
                </a:extLst>
              </p:cNvPr>
              <p:cNvSpPr/>
              <p:nvPr/>
            </p:nvSpPr>
            <p:spPr>
              <a:xfrm>
                <a:off x="5747793" y="3637944"/>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smtClean="0">
                          <a:solidFill>
                            <a:schemeClr val="tx1"/>
                          </a:solidFill>
                          <a:latin typeface="Cambria Math" panose="02040503050406030204" pitchFamily="18" charset="0"/>
                        </a:rPr>
                        <m:t>𝑔</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ea typeface="Cambria Math" panose="02040503050406030204" pitchFamily="18" charset="0"/>
                        </a:rPr>
                        <m:t>∙</m:t>
                      </m:r>
                      <m:r>
                        <a:rPr lang="en-US" altLang="zh-TW" b="0" i="1" smtClean="0">
                          <a:solidFill>
                            <a:schemeClr val="tx1"/>
                          </a:solidFill>
                          <a:latin typeface="Cambria Math" panose="02040503050406030204" pitchFamily="18" charset="0"/>
                        </a:rPr>
                        <m:t>)</m:t>
                      </m:r>
                    </m:oMath>
                  </m:oMathPara>
                </a14:m>
                <a:endParaRPr lang="zh-TW" altLang="en-US" dirty="0">
                  <a:solidFill>
                    <a:schemeClr val="tx1"/>
                  </a:solidFill>
                </a:endParaRPr>
              </a:p>
            </p:txBody>
          </p:sp>
        </mc:Choice>
        <mc:Fallback>
          <p:sp>
            <p:nvSpPr>
              <p:cNvPr id="11" name="矩形 10">
                <a:extLst>
                  <a:ext uri="{FF2B5EF4-FFF2-40B4-BE49-F238E27FC236}">
                    <a16:creationId xmlns:a16="http://schemas.microsoft.com/office/drawing/2014/main" id="{191F7B7E-3619-4B2D-9750-655397B658F3}"/>
                  </a:ext>
                </a:extLst>
              </p:cNvPr>
              <p:cNvSpPr>
                <a:spLocks noRot="1" noChangeAspect="1" noMove="1" noResize="1" noEditPoints="1" noAdjustHandles="1" noChangeArrowheads="1" noChangeShapeType="1" noTextEdit="1"/>
              </p:cNvSpPr>
              <p:nvPr/>
            </p:nvSpPr>
            <p:spPr>
              <a:xfrm>
                <a:off x="5747793" y="3637944"/>
                <a:ext cx="586451" cy="614788"/>
              </a:xfrm>
              <a:prstGeom prst="rect">
                <a:avLst/>
              </a:prstGeom>
              <a:blipFill>
                <a:blip r:embed="rId5"/>
                <a:stretch>
                  <a:fillRect l="-2020"/>
                </a:stretch>
              </a:blipFill>
              <a:ln w="1905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3D06BDDC-23AB-4C9E-AA67-5D2E0E8E2ECB}"/>
                  </a:ext>
                </a:extLst>
              </p:cNvPr>
              <p:cNvSpPr/>
              <p:nvPr/>
            </p:nvSpPr>
            <p:spPr>
              <a:xfrm>
                <a:off x="5590573" y="1993605"/>
                <a:ext cx="743672"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𝐽</m:t>
                          </m:r>
                        </m:e>
                        <m:sub>
                          <m:r>
                            <a:rPr lang="en-US" altLang="zh-TW" b="0" i="1" smtClean="0">
                              <a:solidFill>
                                <a:schemeClr val="tx1"/>
                              </a:solidFill>
                              <a:latin typeface="Cambria Math" panose="02040503050406030204" pitchFamily="18" charset="0"/>
                            </a:rPr>
                            <m:t>𝐴</m:t>
                          </m:r>
                        </m:sub>
                      </m:sSub>
                      <m:r>
                        <a:rPr lang="en-US" altLang="zh-TW" b="1" i="1" smtClean="0">
                          <a:solidFill>
                            <a:schemeClr val="tx1"/>
                          </a:solidFill>
                          <a:latin typeface="Cambria Math" panose="02040503050406030204" pitchFamily="18" charset="0"/>
                        </a:rPr>
                        <m:t>(</m:t>
                      </m:r>
                      <m:r>
                        <a:rPr lang="en-US" altLang="zh-TW" b="1" i="1" smtClean="0">
                          <a:solidFill>
                            <a:schemeClr val="tx1"/>
                          </a:solidFill>
                          <a:latin typeface="Cambria Math" panose="02040503050406030204" pitchFamily="18" charset="0"/>
                        </a:rPr>
                        <m:t>𝒒</m:t>
                      </m:r>
                      <m:r>
                        <a:rPr lang="en-US" altLang="zh-TW" b="1" i="1" smtClean="0">
                          <a:solidFill>
                            <a:schemeClr val="tx1"/>
                          </a:solidFill>
                          <a:latin typeface="Cambria Math" panose="02040503050406030204" pitchFamily="18" charset="0"/>
                        </a:rPr>
                        <m:t>)</m:t>
                      </m:r>
                    </m:oMath>
                  </m:oMathPara>
                </a14:m>
                <a:endParaRPr lang="zh-TW" altLang="en-US" b="1" dirty="0">
                  <a:solidFill>
                    <a:schemeClr val="tx1"/>
                  </a:solidFill>
                </a:endParaRPr>
              </a:p>
            </p:txBody>
          </p:sp>
        </mc:Choice>
        <mc:Fallback>
          <p:sp>
            <p:nvSpPr>
              <p:cNvPr id="12" name="矩形 11">
                <a:extLst>
                  <a:ext uri="{FF2B5EF4-FFF2-40B4-BE49-F238E27FC236}">
                    <a16:creationId xmlns:a16="http://schemas.microsoft.com/office/drawing/2014/main" id="{3D06BDDC-23AB-4C9E-AA67-5D2E0E8E2ECB}"/>
                  </a:ext>
                </a:extLst>
              </p:cNvPr>
              <p:cNvSpPr>
                <a:spLocks noRot="1" noChangeAspect="1" noMove="1" noResize="1" noEditPoints="1" noAdjustHandles="1" noChangeArrowheads="1" noChangeShapeType="1" noTextEdit="1"/>
              </p:cNvSpPr>
              <p:nvPr/>
            </p:nvSpPr>
            <p:spPr>
              <a:xfrm>
                <a:off x="5590573" y="1993605"/>
                <a:ext cx="743672" cy="614788"/>
              </a:xfrm>
              <a:prstGeom prst="rect">
                <a:avLst/>
              </a:prstGeom>
              <a:blipFill>
                <a:blip r:embed="rId6"/>
                <a:stretch>
                  <a:fillRect l="-1600"/>
                </a:stretch>
              </a:blipFill>
              <a:ln w="19050">
                <a:solidFill>
                  <a:schemeClr val="tx1"/>
                </a:solidFill>
              </a:ln>
            </p:spPr>
            <p:txBody>
              <a:bodyPr/>
              <a:lstStyle/>
              <a:p>
                <a:r>
                  <a:rPr lang="zh-TW" altLang="en-US">
                    <a:noFill/>
                  </a:rPr>
                  <a:t> </a:t>
                </a:r>
              </a:p>
            </p:txBody>
          </p:sp>
        </mc:Fallback>
      </mc:AlternateContent>
      <p:cxnSp>
        <p:nvCxnSpPr>
          <p:cNvPr id="13" name="接點: 肘形 12">
            <a:extLst>
              <a:ext uri="{FF2B5EF4-FFF2-40B4-BE49-F238E27FC236}">
                <a16:creationId xmlns:a16="http://schemas.microsoft.com/office/drawing/2014/main" id="{3089F4E0-C3C3-49EC-9A9E-32AD1F8E7014}"/>
              </a:ext>
            </a:extLst>
          </p:cNvPr>
          <p:cNvCxnSpPr>
            <a:cxnSpLocks/>
            <a:endCxn id="12" idx="3"/>
          </p:cNvCxnSpPr>
          <p:nvPr/>
        </p:nvCxnSpPr>
        <p:spPr>
          <a:xfrm rot="16200000" flipV="1">
            <a:off x="6305817" y="2329427"/>
            <a:ext cx="673696" cy="616839"/>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接點: 肘形 13">
            <a:extLst>
              <a:ext uri="{FF2B5EF4-FFF2-40B4-BE49-F238E27FC236}">
                <a16:creationId xmlns:a16="http://schemas.microsoft.com/office/drawing/2014/main" id="{8BB7C749-238B-41C8-9A60-0559AD84A7CE}"/>
              </a:ext>
            </a:extLst>
          </p:cNvPr>
          <p:cNvCxnSpPr>
            <a:cxnSpLocks/>
            <a:endCxn id="11" idx="3"/>
          </p:cNvCxnSpPr>
          <p:nvPr/>
        </p:nvCxnSpPr>
        <p:spPr>
          <a:xfrm rot="10800000" flipV="1">
            <a:off x="6334244" y="3244334"/>
            <a:ext cx="870996" cy="701004"/>
          </a:xfrm>
          <a:prstGeom prst="bentConnector3">
            <a:avLst>
              <a:gd name="adj1" fmla="val 83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02689B36-7B23-4BDF-B92D-5A7997314870}"/>
              </a:ext>
            </a:extLst>
          </p:cNvPr>
          <p:cNvCxnSpPr>
            <a:cxnSpLocks/>
            <a:stCxn id="5" idx="6"/>
            <a:endCxn id="6" idx="1"/>
          </p:cNvCxnSpPr>
          <p:nvPr/>
        </p:nvCxnSpPr>
        <p:spPr>
          <a:xfrm flipV="1">
            <a:off x="4859438" y="3123169"/>
            <a:ext cx="511214" cy="7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接點: 肘形 16">
            <a:extLst>
              <a:ext uri="{FF2B5EF4-FFF2-40B4-BE49-F238E27FC236}">
                <a16:creationId xmlns:a16="http://schemas.microsoft.com/office/drawing/2014/main" id="{F19029C8-DB3F-4135-9728-6217D7E20BC5}"/>
              </a:ext>
            </a:extLst>
          </p:cNvPr>
          <p:cNvCxnSpPr>
            <a:cxnSpLocks/>
            <a:stCxn id="36" idx="1"/>
            <a:endCxn id="32" idx="0"/>
          </p:cNvCxnSpPr>
          <p:nvPr/>
        </p:nvCxnSpPr>
        <p:spPr>
          <a:xfrm rot="10800000" flipV="1">
            <a:off x="2925018" y="2300998"/>
            <a:ext cx="669887" cy="74591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文字方塊 17">
                <a:extLst>
                  <a:ext uri="{FF2B5EF4-FFF2-40B4-BE49-F238E27FC236}">
                    <a16:creationId xmlns:a16="http://schemas.microsoft.com/office/drawing/2014/main" id="{80352AC4-90F2-4B5B-9631-F2864B1D63B1}"/>
                  </a:ext>
                </a:extLst>
              </p:cNvPr>
              <p:cNvSpPr txBox="1"/>
              <p:nvPr/>
            </p:nvSpPr>
            <p:spPr>
              <a:xfrm>
                <a:off x="2441293" y="2672697"/>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8" name="文字方塊 17">
                <a:extLst>
                  <a:ext uri="{FF2B5EF4-FFF2-40B4-BE49-F238E27FC236}">
                    <a16:creationId xmlns:a16="http://schemas.microsoft.com/office/drawing/2014/main" id="{80352AC4-90F2-4B5B-9631-F2864B1D63B1}"/>
                  </a:ext>
                </a:extLst>
              </p:cNvPr>
              <p:cNvSpPr txBox="1">
                <a:spLocks noRot="1" noChangeAspect="1" noMove="1" noResize="1" noEditPoints="1" noAdjustHandles="1" noChangeArrowheads="1" noChangeShapeType="1" noTextEdit="1"/>
              </p:cNvSpPr>
              <p:nvPr/>
            </p:nvSpPr>
            <p:spPr>
              <a:xfrm>
                <a:off x="2441293" y="2672697"/>
                <a:ext cx="428266" cy="369331"/>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D84C04B5-9492-435B-9B21-01AA623E6D8F}"/>
                  </a:ext>
                </a:extLst>
              </p:cNvPr>
              <p:cNvSpPr txBox="1"/>
              <p:nvPr/>
            </p:nvSpPr>
            <p:spPr>
              <a:xfrm>
                <a:off x="4350150" y="3165508"/>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9" name="文字方塊 18">
                <a:extLst>
                  <a:ext uri="{FF2B5EF4-FFF2-40B4-BE49-F238E27FC236}">
                    <a16:creationId xmlns:a16="http://schemas.microsoft.com/office/drawing/2014/main" id="{D84C04B5-9492-435B-9B21-01AA623E6D8F}"/>
                  </a:ext>
                </a:extLst>
              </p:cNvPr>
              <p:cNvSpPr txBox="1">
                <a:spLocks noRot="1" noChangeAspect="1" noMove="1" noResize="1" noEditPoints="1" noAdjustHandles="1" noChangeArrowheads="1" noChangeShapeType="1" noTextEdit="1"/>
              </p:cNvSpPr>
              <p:nvPr/>
            </p:nvSpPr>
            <p:spPr>
              <a:xfrm>
                <a:off x="4350150" y="3165508"/>
                <a:ext cx="428266" cy="369332"/>
              </a:xfrm>
              <a:prstGeom prst="rect">
                <a:avLst/>
              </a:prstGeom>
              <a:blipFill>
                <a:blip r:embed="rId8"/>
                <a:stretch>
                  <a:fillRect/>
                </a:stretch>
              </a:blipFill>
            </p:spPr>
            <p:txBody>
              <a:bodyPr/>
              <a:lstStyle/>
              <a:p>
                <a:r>
                  <a:rPr lang="zh-TW" altLang="en-US">
                    <a:noFill/>
                  </a:rPr>
                  <a:t> </a:t>
                </a:r>
              </a:p>
            </p:txBody>
          </p:sp>
        </mc:Fallback>
      </mc:AlternateContent>
      <p:cxnSp>
        <p:nvCxnSpPr>
          <p:cNvPr id="20" name="接點: 肘形 19">
            <a:extLst>
              <a:ext uri="{FF2B5EF4-FFF2-40B4-BE49-F238E27FC236}">
                <a16:creationId xmlns:a16="http://schemas.microsoft.com/office/drawing/2014/main" id="{246956E8-7E3F-4807-8C69-A0E4AE6D133F}"/>
              </a:ext>
            </a:extLst>
          </p:cNvPr>
          <p:cNvCxnSpPr>
            <a:cxnSpLocks/>
            <a:stCxn id="11" idx="1"/>
            <a:endCxn id="5" idx="4"/>
          </p:cNvCxnSpPr>
          <p:nvPr/>
        </p:nvCxnSpPr>
        <p:spPr>
          <a:xfrm rot="10800000">
            <a:off x="4772629" y="3200942"/>
            <a:ext cx="975165" cy="74439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文字方塊 20">
                <a:extLst>
                  <a:ext uri="{FF2B5EF4-FFF2-40B4-BE49-F238E27FC236}">
                    <a16:creationId xmlns:a16="http://schemas.microsoft.com/office/drawing/2014/main" id="{229EF4D1-B5A4-4636-8CC0-C4C9FC15ED00}"/>
                  </a:ext>
                </a:extLst>
              </p:cNvPr>
              <p:cNvSpPr txBox="1"/>
              <p:nvPr/>
            </p:nvSpPr>
            <p:spPr>
              <a:xfrm>
                <a:off x="4811210" y="2750301"/>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𝒖</m:t>
                      </m:r>
                    </m:oMath>
                  </m:oMathPara>
                </a14:m>
                <a:endParaRPr lang="zh-TW" altLang="en-US" b="1" dirty="0"/>
              </a:p>
            </p:txBody>
          </p:sp>
        </mc:Choice>
        <mc:Fallback>
          <p:sp>
            <p:nvSpPr>
              <p:cNvPr id="21" name="文字方塊 20">
                <a:extLst>
                  <a:ext uri="{FF2B5EF4-FFF2-40B4-BE49-F238E27FC236}">
                    <a16:creationId xmlns:a16="http://schemas.microsoft.com/office/drawing/2014/main" id="{229EF4D1-B5A4-4636-8CC0-C4C9FC15ED00}"/>
                  </a:ext>
                </a:extLst>
              </p:cNvPr>
              <p:cNvSpPr txBox="1">
                <a:spLocks noRot="1" noChangeAspect="1" noMove="1" noResize="1" noEditPoints="1" noAdjustHandles="1" noChangeArrowheads="1" noChangeShapeType="1" noTextEdit="1"/>
              </p:cNvSpPr>
              <p:nvPr/>
            </p:nvSpPr>
            <p:spPr>
              <a:xfrm>
                <a:off x="4811210" y="2750301"/>
                <a:ext cx="590309" cy="369332"/>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2" name="文字方塊 21">
                <a:extLst>
                  <a:ext uri="{FF2B5EF4-FFF2-40B4-BE49-F238E27FC236}">
                    <a16:creationId xmlns:a16="http://schemas.microsoft.com/office/drawing/2014/main" id="{059445B2-784C-4764-BD13-C75BA404D6CD}"/>
                  </a:ext>
                </a:extLst>
              </p:cNvPr>
              <p:cNvSpPr txBox="1"/>
              <p:nvPr/>
            </p:nvSpPr>
            <p:spPr>
              <a:xfrm>
                <a:off x="340491" y="2735680"/>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𝒙</m:t>
                          </m:r>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22" name="文字方塊 21">
                <a:extLst>
                  <a:ext uri="{FF2B5EF4-FFF2-40B4-BE49-F238E27FC236}">
                    <a16:creationId xmlns:a16="http://schemas.microsoft.com/office/drawing/2014/main" id="{059445B2-784C-4764-BD13-C75BA404D6CD}"/>
                  </a:ext>
                </a:extLst>
              </p:cNvPr>
              <p:cNvSpPr txBox="1">
                <a:spLocks noRot="1" noChangeAspect="1" noMove="1" noResize="1" noEditPoints="1" noAdjustHandles="1" noChangeArrowheads="1" noChangeShapeType="1" noTextEdit="1"/>
              </p:cNvSpPr>
              <p:nvPr/>
            </p:nvSpPr>
            <p:spPr>
              <a:xfrm>
                <a:off x="340491" y="2735680"/>
                <a:ext cx="590309" cy="369332"/>
              </a:xfrm>
              <a:prstGeom prst="rect">
                <a:avLst/>
              </a:prstGeom>
              <a:blipFill>
                <a:blip r:embed="rId10"/>
                <a:stretch>
                  <a:fillRect/>
                </a:stretch>
              </a:blipFill>
            </p:spPr>
            <p:txBody>
              <a:bodyPr/>
              <a:lstStyle/>
              <a:p>
                <a:r>
                  <a:rPr lang="zh-TW" altLang="en-US">
                    <a:noFill/>
                  </a:rPr>
                  <a:t> </a:t>
                </a:r>
              </a:p>
            </p:txBody>
          </p:sp>
        </mc:Fallback>
      </mc:AlternateContent>
      <p:sp>
        <p:nvSpPr>
          <p:cNvPr id="23" name="橢圓 22">
            <a:extLst>
              <a:ext uri="{FF2B5EF4-FFF2-40B4-BE49-F238E27FC236}">
                <a16:creationId xmlns:a16="http://schemas.microsoft.com/office/drawing/2014/main" id="{F7DE4BB8-22C7-4B4A-AF0D-07D280299A84}"/>
              </a:ext>
            </a:extLst>
          </p:cNvPr>
          <p:cNvSpPr/>
          <p:nvPr/>
        </p:nvSpPr>
        <p:spPr>
          <a:xfrm>
            <a:off x="931763"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單箭頭接點 23">
            <a:extLst>
              <a:ext uri="{FF2B5EF4-FFF2-40B4-BE49-F238E27FC236}">
                <a16:creationId xmlns:a16="http://schemas.microsoft.com/office/drawing/2014/main" id="{FB6BFC8F-412B-4D48-93CC-6A9390ED0A86}"/>
              </a:ext>
            </a:extLst>
          </p:cNvPr>
          <p:cNvCxnSpPr>
            <a:cxnSpLocks/>
            <a:endCxn id="23" idx="2"/>
          </p:cNvCxnSpPr>
          <p:nvPr/>
        </p:nvCxnSpPr>
        <p:spPr>
          <a:xfrm>
            <a:off x="345317" y="3123927"/>
            <a:ext cx="58644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821BBA49-F8A6-405D-A7D7-1BC3A64A8BE2}"/>
              </a:ext>
            </a:extLst>
          </p:cNvPr>
          <p:cNvCxnSpPr>
            <a:cxnSpLocks/>
            <a:stCxn id="23" idx="6"/>
            <a:endCxn id="4" idx="1"/>
          </p:cNvCxnSpPr>
          <p:nvPr/>
        </p:nvCxnSpPr>
        <p:spPr>
          <a:xfrm flipV="1">
            <a:off x="1105384" y="3121606"/>
            <a:ext cx="573425" cy="2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46C0B799-9789-4E84-A516-BC1E56906D02}"/>
                  </a:ext>
                </a:extLst>
              </p:cNvPr>
              <p:cNvSpPr txBox="1"/>
              <p:nvPr/>
            </p:nvSpPr>
            <p:spPr>
              <a:xfrm>
                <a:off x="590307" y="3207900"/>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28" name="文字方塊 27">
                <a:extLst>
                  <a:ext uri="{FF2B5EF4-FFF2-40B4-BE49-F238E27FC236}">
                    <a16:creationId xmlns:a16="http://schemas.microsoft.com/office/drawing/2014/main" id="{46C0B799-9789-4E84-A516-BC1E56906D02}"/>
                  </a:ext>
                </a:extLst>
              </p:cNvPr>
              <p:cNvSpPr txBox="1">
                <a:spLocks noRot="1" noChangeAspect="1" noMove="1" noResize="1" noEditPoints="1" noAdjustHandles="1" noChangeArrowheads="1" noChangeShapeType="1" noTextEdit="1"/>
              </p:cNvSpPr>
              <p:nvPr/>
            </p:nvSpPr>
            <p:spPr>
              <a:xfrm>
                <a:off x="590307" y="3207900"/>
                <a:ext cx="428266" cy="369331"/>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A942A0D2-76B4-4CCD-BE3C-D63A09A50CF5}"/>
                  </a:ext>
                </a:extLst>
              </p:cNvPr>
              <p:cNvSpPr txBox="1"/>
              <p:nvPr/>
            </p:nvSpPr>
            <p:spPr>
              <a:xfrm>
                <a:off x="1083196" y="2750301"/>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b="1" i="1" smtClean="0">
                              <a:latin typeface="Cambria Math" panose="02040503050406030204" pitchFamily="18" charset="0"/>
                            </a:rPr>
                          </m:ctrlPr>
                        </m:accPr>
                        <m:e>
                          <m:r>
                            <a:rPr lang="en-US" altLang="zh-TW" b="1" i="1" smtClean="0">
                              <a:latin typeface="Cambria Math" panose="02040503050406030204" pitchFamily="18" charset="0"/>
                            </a:rPr>
                            <m:t>𝒙</m:t>
                          </m:r>
                        </m:e>
                      </m:acc>
                    </m:oMath>
                  </m:oMathPara>
                </a14:m>
                <a:endParaRPr lang="zh-TW" altLang="en-US" b="1" dirty="0"/>
              </a:p>
            </p:txBody>
          </p:sp>
        </mc:Choice>
        <mc:Fallback>
          <p:sp>
            <p:nvSpPr>
              <p:cNvPr id="29" name="文字方塊 28">
                <a:extLst>
                  <a:ext uri="{FF2B5EF4-FFF2-40B4-BE49-F238E27FC236}">
                    <a16:creationId xmlns:a16="http://schemas.microsoft.com/office/drawing/2014/main" id="{A942A0D2-76B4-4CCD-BE3C-D63A09A50CF5}"/>
                  </a:ext>
                </a:extLst>
              </p:cNvPr>
              <p:cNvSpPr txBox="1">
                <a:spLocks noRot="1" noChangeAspect="1" noMove="1" noResize="1" noEditPoints="1" noAdjustHandles="1" noChangeArrowheads="1" noChangeShapeType="1" noTextEdit="1"/>
              </p:cNvSpPr>
              <p:nvPr/>
            </p:nvSpPr>
            <p:spPr>
              <a:xfrm>
                <a:off x="1083196" y="2750301"/>
                <a:ext cx="590309" cy="369332"/>
              </a:xfrm>
              <a:prstGeom prst="rect">
                <a:avLst/>
              </a:prstGeom>
              <a:blipFill>
                <a:blip r:embed="rId12"/>
                <a:stretch>
                  <a:fillRect r="-1855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0" name="矩形 29">
                <a:extLst>
                  <a:ext uri="{FF2B5EF4-FFF2-40B4-BE49-F238E27FC236}">
                    <a16:creationId xmlns:a16="http://schemas.microsoft.com/office/drawing/2014/main" id="{15C7EA56-6669-49D6-A3A8-C825845E6C53}"/>
                  </a:ext>
                </a:extLst>
              </p:cNvPr>
              <p:cNvSpPr/>
              <p:nvPr/>
            </p:nvSpPr>
            <p:spPr>
              <a:xfrm>
                <a:off x="4323627" y="4878757"/>
                <a:ext cx="975166"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𝐹𝐾</m:t>
                      </m:r>
                      <m:r>
                        <a:rPr lang="en-US" altLang="zh-TW" b="0" i="1" smtClean="0">
                          <a:solidFill>
                            <a:schemeClr val="tx1"/>
                          </a:solidFill>
                          <a:latin typeface="Cambria Math" panose="02040503050406030204" pitchFamily="18" charset="0"/>
                        </a:rPr>
                        <m:t>(∙)</m:t>
                      </m:r>
                    </m:oMath>
                  </m:oMathPara>
                </a14:m>
                <a:endParaRPr lang="zh-TW" altLang="en-US" dirty="0">
                  <a:solidFill>
                    <a:schemeClr val="tx1"/>
                  </a:solidFill>
                </a:endParaRPr>
              </a:p>
            </p:txBody>
          </p:sp>
        </mc:Choice>
        <mc:Fallback>
          <p:sp>
            <p:nvSpPr>
              <p:cNvPr id="30" name="矩形 29">
                <a:extLst>
                  <a:ext uri="{FF2B5EF4-FFF2-40B4-BE49-F238E27FC236}">
                    <a16:creationId xmlns:a16="http://schemas.microsoft.com/office/drawing/2014/main" id="{15C7EA56-6669-49D6-A3A8-C825845E6C53}"/>
                  </a:ext>
                </a:extLst>
              </p:cNvPr>
              <p:cNvSpPr>
                <a:spLocks noRot="1" noChangeAspect="1" noMove="1" noResize="1" noEditPoints="1" noAdjustHandles="1" noChangeArrowheads="1" noChangeShapeType="1" noTextEdit="1"/>
              </p:cNvSpPr>
              <p:nvPr/>
            </p:nvSpPr>
            <p:spPr>
              <a:xfrm>
                <a:off x="4323627" y="4878757"/>
                <a:ext cx="975166" cy="614788"/>
              </a:xfrm>
              <a:prstGeom prst="rect">
                <a:avLst/>
              </a:prstGeom>
              <a:blipFill>
                <a:blip r:embed="rId13"/>
                <a:stretch>
                  <a:fillRect/>
                </a:stretch>
              </a:blipFill>
              <a:ln w="19050">
                <a:solidFill>
                  <a:schemeClr val="tx1"/>
                </a:solidFill>
              </a:ln>
            </p:spPr>
            <p:txBody>
              <a:bodyPr/>
              <a:lstStyle/>
              <a:p>
                <a:r>
                  <a:rPr lang="zh-TW" altLang="en-US">
                    <a:noFill/>
                  </a:rPr>
                  <a:t> </a:t>
                </a:r>
              </a:p>
            </p:txBody>
          </p:sp>
        </mc:Fallback>
      </mc:AlternateContent>
      <p:sp>
        <p:nvSpPr>
          <p:cNvPr id="32" name="橢圓 31">
            <a:extLst>
              <a:ext uri="{FF2B5EF4-FFF2-40B4-BE49-F238E27FC236}">
                <a16:creationId xmlns:a16="http://schemas.microsoft.com/office/drawing/2014/main" id="{B5DDFA32-BB02-4644-83E1-C9EB2A3AF7A8}"/>
              </a:ext>
            </a:extLst>
          </p:cNvPr>
          <p:cNvSpPr/>
          <p:nvPr/>
        </p:nvSpPr>
        <p:spPr>
          <a:xfrm>
            <a:off x="2838206"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3" name="矩形 32">
                <a:extLst>
                  <a:ext uri="{FF2B5EF4-FFF2-40B4-BE49-F238E27FC236}">
                    <a16:creationId xmlns:a16="http://schemas.microsoft.com/office/drawing/2014/main" id="{4277DE8A-1784-4F84-9F03-BB00B1DF74A8}"/>
                  </a:ext>
                </a:extLst>
              </p:cNvPr>
              <p:cNvSpPr/>
              <p:nvPr/>
            </p:nvSpPr>
            <p:spPr>
              <a:xfrm>
                <a:off x="3497486" y="2816533"/>
                <a:ext cx="781288"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n-US" altLang="zh-TW"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𝐽</m:t>
                          </m:r>
                        </m:e>
                        <m:sub>
                          <m:r>
                            <a:rPr lang="en-US" altLang="zh-TW" b="0" i="1" smtClean="0">
                              <a:solidFill>
                                <a:schemeClr val="tx1"/>
                              </a:solidFill>
                              <a:latin typeface="Cambria Math" panose="02040503050406030204" pitchFamily="18" charset="0"/>
                            </a:rPr>
                            <m:t>𝐴</m:t>
                          </m:r>
                        </m:sub>
                        <m:sup>
                          <m:r>
                            <a:rPr lang="en-US" altLang="zh-TW" b="0" i="1" smtClean="0">
                              <a:solidFill>
                                <a:schemeClr val="tx1"/>
                              </a:solidFill>
                              <a:latin typeface="Cambria Math" panose="02040503050406030204" pitchFamily="18" charset="0"/>
                            </a:rPr>
                            <m:t>𝑇</m:t>
                          </m:r>
                        </m:sup>
                      </m:sSubSup>
                      <m:r>
                        <a:rPr lang="en-US" altLang="zh-TW" b="1" i="1" smtClean="0">
                          <a:solidFill>
                            <a:schemeClr val="tx1"/>
                          </a:solidFill>
                          <a:latin typeface="Cambria Math" panose="02040503050406030204" pitchFamily="18" charset="0"/>
                        </a:rPr>
                        <m:t>(</m:t>
                      </m:r>
                      <m:r>
                        <a:rPr lang="en-US" altLang="zh-TW" b="1" i="1" smtClean="0">
                          <a:solidFill>
                            <a:schemeClr val="tx1"/>
                          </a:solidFill>
                          <a:latin typeface="Cambria Math" panose="02040503050406030204" pitchFamily="18" charset="0"/>
                        </a:rPr>
                        <m:t>𝒒</m:t>
                      </m:r>
                      <m:r>
                        <a:rPr lang="en-US" altLang="zh-TW" b="1" i="1" smtClean="0">
                          <a:solidFill>
                            <a:schemeClr val="tx1"/>
                          </a:solidFill>
                          <a:latin typeface="Cambria Math" panose="02040503050406030204" pitchFamily="18" charset="0"/>
                          <a:ea typeface="Cambria Math" panose="02040503050406030204" pitchFamily="18" charset="0"/>
                        </a:rPr>
                        <m:t>)</m:t>
                      </m:r>
                    </m:oMath>
                  </m:oMathPara>
                </a14:m>
                <a:endParaRPr lang="zh-TW" altLang="en-US" b="1" dirty="0">
                  <a:solidFill>
                    <a:schemeClr val="tx1"/>
                  </a:solidFill>
                </a:endParaRPr>
              </a:p>
            </p:txBody>
          </p:sp>
        </mc:Choice>
        <mc:Fallback>
          <p:sp>
            <p:nvSpPr>
              <p:cNvPr id="33" name="矩形 32">
                <a:extLst>
                  <a:ext uri="{FF2B5EF4-FFF2-40B4-BE49-F238E27FC236}">
                    <a16:creationId xmlns:a16="http://schemas.microsoft.com/office/drawing/2014/main" id="{4277DE8A-1784-4F84-9F03-BB00B1DF74A8}"/>
                  </a:ext>
                </a:extLst>
              </p:cNvPr>
              <p:cNvSpPr>
                <a:spLocks noRot="1" noChangeAspect="1" noMove="1" noResize="1" noEditPoints="1" noAdjustHandles="1" noChangeArrowheads="1" noChangeShapeType="1" noTextEdit="1"/>
              </p:cNvSpPr>
              <p:nvPr/>
            </p:nvSpPr>
            <p:spPr>
              <a:xfrm>
                <a:off x="3497486" y="2816533"/>
                <a:ext cx="781288" cy="614788"/>
              </a:xfrm>
              <a:prstGeom prst="rect">
                <a:avLst/>
              </a:prstGeom>
              <a:blipFill>
                <a:blip r:embed="rId14"/>
                <a:stretch>
                  <a:fillRect/>
                </a:stretch>
              </a:blipFill>
              <a:ln w="1905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6" name="矩形 35">
                <a:extLst>
                  <a:ext uri="{FF2B5EF4-FFF2-40B4-BE49-F238E27FC236}">
                    <a16:creationId xmlns:a16="http://schemas.microsoft.com/office/drawing/2014/main" id="{27D9592E-4D42-47A6-B4CE-31612C516361}"/>
                  </a:ext>
                </a:extLst>
              </p:cNvPr>
              <p:cNvSpPr/>
              <p:nvPr/>
            </p:nvSpPr>
            <p:spPr>
              <a:xfrm>
                <a:off x="3594904" y="1993604"/>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𝑑</m:t>
                          </m:r>
                        </m:sub>
                      </m:sSub>
                    </m:oMath>
                  </m:oMathPara>
                </a14:m>
                <a:endParaRPr lang="zh-TW" altLang="en-US" dirty="0">
                  <a:solidFill>
                    <a:schemeClr val="tx1"/>
                  </a:solidFill>
                </a:endParaRPr>
              </a:p>
            </p:txBody>
          </p:sp>
        </mc:Choice>
        <mc:Fallback>
          <p:sp>
            <p:nvSpPr>
              <p:cNvPr id="36" name="矩形 35">
                <a:extLst>
                  <a:ext uri="{FF2B5EF4-FFF2-40B4-BE49-F238E27FC236}">
                    <a16:creationId xmlns:a16="http://schemas.microsoft.com/office/drawing/2014/main" id="{27D9592E-4D42-47A6-B4CE-31612C516361}"/>
                  </a:ext>
                </a:extLst>
              </p:cNvPr>
              <p:cNvSpPr>
                <a:spLocks noRot="1" noChangeAspect="1" noMove="1" noResize="1" noEditPoints="1" noAdjustHandles="1" noChangeArrowheads="1" noChangeShapeType="1" noTextEdit="1"/>
              </p:cNvSpPr>
              <p:nvPr/>
            </p:nvSpPr>
            <p:spPr>
              <a:xfrm>
                <a:off x="3594904" y="1993604"/>
                <a:ext cx="586451" cy="614788"/>
              </a:xfrm>
              <a:prstGeom prst="rect">
                <a:avLst/>
              </a:prstGeom>
              <a:blipFill>
                <a:blip r:embed="rId15"/>
                <a:stretch>
                  <a:fillRect/>
                </a:stretch>
              </a:blipFill>
              <a:ln w="19050">
                <a:solidFill>
                  <a:schemeClr val="tx1"/>
                </a:solidFill>
              </a:ln>
            </p:spPr>
            <p:txBody>
              <a:bodyPr/>
              <a:lstStyle/>
              <a:p>
                <a:r>
                  <a:rPr lang="zh-TW" altLang="en-US">
                    <a:noFill/>
                  </a:rPr>
                  <a:t> </a:t>
                </a:r>
              </a:p>
            </p:txBody>
          </p:sp>
        </mc:Fallback>
      </mc:AlternateContent>
      <p:cxnSp>
        <p:nvCxnSpPr>
          <p:cNvPr id="49" name="接點: 肘形 48">
            <a:extLst>
              <a:ext uri="{FF2B5EF4-FFF2-40B4-BE49-F238E27FC236}">
                <a16:creationId xmlns:a16="http://schemas.microsoft.com/office/drawing/2014/main" id="{F5162F4E-FCEA-4B72-96F3-14D8F9526768}"/>
              </a:ext>
            </a:extLst>
          </p:cNvPr>
          <p:cNvCxnSpPr>
            <a:cxnSpLocks/>
            <a:endCxn id="12" idx="0"/>
          </p:cNvCxnSpPr>
          <p:nvPr/>
        </p:nvCxnSpPr>
        <p:spPr>
          <a:xfrm rot="16200000" flipV="1">
            <a:off x="5959096" y="1996919"/>
            <a:ext cx="1248491" cy="1241864"/>
          </a:xfrm>
          <a:prstGeom prst="bentConnector3">
            <a:avLst>
              <a:gd name="adj1" fmla="val 11831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接點: 肘形 53">
            <a:extLst>
              <a:ext uri="{FF2B5EF4-FFF2-40B4-BE49-F238E27FC236}">
                <a16:creationId xmlns:a16="http://schemas.microsoft.com/office/drawing/2014/main" id="{888290D8-C5A8-4DD1-99CE-28961C62F528}"/>
              </a:ext>
            </a:extLst>
          </p:cNvPr>
          <p:cNvCxnSpPr>
            <a:cxnSpLocks/>
            <a:endCxn id="33" idx="2"/>
          </p:cNvCxnSpPr>
          <p:nvPr/>
        </p:nvCxnSpPr>
        <p:spPr>
          <a:xfrm rot="10800000">
            <a:off x="3888131" y="3431322"/>
            <a:ext cx="3316145" cy="1162863"/>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A3502087-07F5-4668-8396-F89826EDA983}"/>
              </a:ext>
            </a:extLst>
          </p:cNvPr>
          <p:cNvCxnSpPr>
            <a:cxnSpLocks/>
          </p:cNvCxnSpPr>
          <p:nvPr/>
        </p:nvCxnSpPr>
        <p:spPr>
          <a:xfrm>
            <a:off x="7204274" y="3943775"/>
            <a:ext cx="0" cy="659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A359DD03-A5CB-41A8-A87B-5A602B012536}"/>
              </a:ext>
            </a:extLst>
          </p:cNvPr>
          <p:cNvCxnSpPr>
            <a:cxnSpLocks/>
            <a:stCxn id="33" idx="3"/>
            <a:endCxn id="5" idx="2"/>
          </p:cNvCxnSpPr>
          <p:nvPr/>
        </p:nvCxnSpPr>
        <p:spPr>
          <a:xfrm>
            <a:off x="4278774" y="3123927"/>
            <a:ext cx="40704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5D8DEE5F-CAF5-45DE-964A-B16B237D459E}"/>
              </a:ext>
            </a:extLst>
          </p:cNvPr>
          <p:cNvCxnSpPr>
            <a:cxnSpLocks/>
            <a:stCxn id="4" idx="3"/>
            <a:endCxn id="32" idx="2"/>
          </p:cNvCxnSpPr>
          <p:nvPr/>
        </p:nvCxnSpPr>
        <p:spPr>
          <a:xfrm>
            <a:off x="2265260" y="3121606"/>
            <a:ext cx="572946" cy="2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8D6A4624-7913-49D2-9888-412C06EBC99A}"/>
              </a:ext>
            </a:extLst>
          </p:cNvPr>
          <p:cNvCxnSpPr>
            <a:cxnSpLocks/>
            <a:stCxn id="32" idx="6"/>
            <a:endCxn id="33" idx="1"/>
          </p:cNvCxnSpPr>
          <p:nvPr/>
        </p:nvCxnSpPr>
        <p:spPr>
          <a:xfrm>
            <a:off x="3011827" y="3123927"/>
            <a:ext cx="48565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27DD71DC-F80C-441A-8E3D-6B54BCEF2D31}"/>
              </a:ext>
            </a:extLst>
          </p:cNvPr>
          <p:cNvCxnSpPr>
            <a:cxnSpLocks/>
            <a:stCxn id="12" idx="1"/>
            <a:endCxn id="36" idx="3"/>
          </p:cNvCxnSpPr>
          <p:nvPr/>
        </p:nvCxnSpPr>
        <p:spPr>
          <a:xfrm flipH="1" flipV="1">
            <a:off x="4181355" y="2300998"/>
            <a:ext cx="1409218"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接點: 肘形 78">
            <a:extLst>
              <a:ext uri="{FF2B5EF4-FFF2-40B4-BE49-F238E27FC236}">
                <a16:creationId xmlns:a16="http://schemas.microsoft.com/office/drawing/2014/main" id="{5DB1F984-1642-4A43-82F1-83BC910A8EFC}"/>
              </a:ext>
            </a:extLst>
          </p:cNvPr>
          <p:cNvCxnSpPr>
            <a:cxnSpLocks/>
            <a:stCxn id="30" idx="1"/>
            <a:endCxn id="23" idx="4"/>
          </p:cNvCxnSpPr>
          <p:nvPr/>
        </p:nvCxnSpPr>
        <p:spPr>
          <a:xfrm rot="10800000">
            <a:off x="1018575" y="3200943"/>
            <a:ext cx="3305053" cy="1985209"/>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接點: 肘形 81">
            <a:extLst>
              <a:ext uri="{FF2B5EF4-FFF2-40B4-BE49-F238E27FC236}">
                <a16:creationId xmlns:a16="http://schemas.microsoft.com/office/drawing/2014/main" id="{767E37E4-CFF2-44CA-89EE-A739303EBA55}"/>
              </a:ext>
            </a:extLst>
          </p:cNvPr>
          <p:cNvCxnSpPr>
            <a:cxnSpLocks/>
            <a:endCxn id="30" idx="3"/>
          </p:cNvCxnSpPr>
          <p:nvPr/>
        </p:nvCxnSpPr>
        <p:spPr>
          <a:xfrm rot="10800000" flipV="1">
            <a:off x="5298794" y="4594185"/>
            <a:ext cx="1904519" cy="591966"/>
          </a:xfrm>
          <a:prstGeom prst="bentConnector3">
            <a:avLst>
              <a:gd name="adj1" fmla="val 16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7" name="圖片 86">
            <a:extLst>
              <a:ext uri="{FF2B5EF4-FFF2-40B4-BE49-F238E27FC236}">
                <a16:creationId xmlns:a16="http://schemas.microsoft.com/office/drawing/2014/main" id="{4682D2D1-ED18-4F14-9FF7-60BCE4D6D03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335225" y="1573797"/>
            <a:ext cx="4947207" cy="3710405"/>
          </a:xfrm>
          <a:prstGeom prst="rect">
            <a:avLst/>
          </a:prstGeom>
        </p:spPr>
      </p:pic>
      <p:pic>
        <p:nvPicPr>
          <p:cNvPr id="89" name="圖片 88">
            <a:extLst>
              <a:ext uri="{FF2B5EF4-FFF2-40B4-BE49-F238E27FC236}">
                <a16:creationId xmlns:a16="http://schemas.microsoft.com/office/drawing/2014/main" id="{A1746392-5548-4A61-B72D-EA6204D3254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981936" y="2738982"/>
            <a:ext cx="4947207" cy="3710405"/>
          </a:xfrm>
          <a:prstGeom prst="rect">
            <a:avLst/>
          </a:prstGeom>
        </p:spPr>
      </p:pic>
    </p:spTree>
    <p:extLst>
      <p:ext uri="{BB962C8B-B14F-4D97-AF65-F5344CB8AC3E}">
        <p14:creationId xmlns:p14="http://schemas.microsoft.com/office/powerpoint/2010/main" val="3261270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E9BE412D-AC6B-422E-879B-A0E64C486455}"/>
                  </a:ext>
                </a:extLst>
              </p:cNvPr>
              <p:cNvSpPr/>
              <p:nvPr/>
            </p:nvSpPr>
            <p:spPr>
              <a:xfrm>
                <a:off x="1556074" y="3553488"/>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𝑝</m:t>
                          </m:r>
                        </m:sub>
                      </m:sSub>
                    </m:oMath>
                  </m:oMathPara>
                </a14:m>
                <a:endParaRPr lang="zh-TW" altLang="en-US" dirty="0">
                  <a:solidFill>
                    <a:schemeClr val="tx1"/>
                  </a:solidFill>
                </a:endParaRPr>
              </a:p>
            </p:txBody>
          </p:sp>
        </mc:Choice>
        <mc:Fallback>
          <p:sp>
            <p:nvSpPr>
              <p:cNvPr id="4" name="矩形 3">
                <a:extLst>
                  <a:ext uri="{FF2B5EF4-FFF2-40B4-BE49-F238E27FC236}">
                    <a16:creationId xmlns:a16="http://schemas.microsoft.com/office/drawing/2014/main" id="{E9BE412D-AC6B-422E-879B-A0E64C486455}"/>
                  </a:ext>
                </a:extLst>
              </p:cNvPr>
              <p:cNvSpPr>
                <a:spLocks noRot="1" noChangeAspect="1" noMove="1" noResize="1" noEditPoints="1" noAdjustHandles="1" noChangeArrowheads="1" noChangeShapeType="1" noTextEdit="1"/>
              </p:cNvSpPr>
              <p:nvPr/>
            </p:nvSpPr>
            <p:spPr>
              <a:xfrm>
                <a:off x="1556074" y="3553488"/>
                <a:ext cx="586451" cy="614788"/>
              </a:xfrm>
              <a:prstGeom prst="rect">
                <a:avLst/>
              </a:prstGeom>
              <a:blipFill>
                <a:blip r:embed="rId2"/>
                <a:stretch>
                  <a:fillRect/>
                </a:stretch>
              </a:blipFill>
              <a:ln w="19050">
                <a:solidFill>
                  <a:schemeClr val="tx1"/>
                </a:solidFill>
              </a:ln>
            </p:spPr>
            <p:txBody>
              <a:bodyPr/>
              <a:lstStyle/>
              <a:p>
                <a:r>
                  <a:rPr lang="zh-TW" altLang="en-US">
                    <a:noFill/>
                  </a:rPr>
                  <a:t> </a:t>
                </a:r>
              </a:p>
            </p:txBody>
          </p:sp>
        </mc:Fallback>
      </mc:AlternateContent>
      <p:sp>
        <p:nvSpPr>
          <p:cNvPr id="5" name="橢圓 4">
            <a:extLst>
              <a:ext uri="{FF2B5EF4-FFF2-40B4-BE49-F238E27FC236}">
                <a16:creationId xmlns:a16="http://schemas.microsoft.com/office/drawing/2014/main" id="{39842F42-5F57-46C9-9BF8-6A15BC0C7173}"/>
              </a:ext>
            </a:extLst>
          </p:cNvPr>
          <p:cNvSpPr/>
          <p:nvPr/>
        </p:nvSpPr>
        <p:spPr>
          <a:xfrm>
            <a:off x="6283123"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4595264B-CE2E-452B-9036-81E498941F67}"/>
              </a:ext>
            </a:extLst>
          </p:cNvPr>
          <p:cNvSpPr/>
          <p:nvPr/>
        </p:nvSpPr>
        <p:spPr>
          <a:xfrm>
            <a:off x="6967958" y="2815774"/>
            <a:ext cx="1340735" cy="6147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Manipulator</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7" name="直線單箭頭接點 6">
            <a:extLst>
              <a:ext uri="{FF2B5EF4-FFF2-40B4-BE49-F238E27FC236}">
                <a16:creationId xmlns:a16="http://schemas.microsoft.com/office/drawing/2014/main" id="{C339221C-0E0F-4E1B-B4C4-45AC585EBD3E}"/>
              </a:ext>
            </a:extLst>
          </p:cNvPr>
          <p:cNvCxnSpPr/>
          <p:nvPr/>
        </p:nvCxnSpPr>
        <p:spPr>
          <a:xfrm>
            <a:off x="8322197" y="297469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B457592C-A74E-4115-9670-3EC626FC865C}"/>
                  </a:ext>
                </a:extLst>
              </p:cNvPr>
              <p:cNvSpPr txBox="1"/>
              <p:nvPr/>
            </p:nvSpPr>
            <p:spPr>
              <a:xfrm>
                <a:off x="9205729" y="3027838"/>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𝒒</m:t>
                      </m:r>
                    </m:oMath>
                  </m:oMathPara>
                </a14:m>
                <a:endParaRPr lang="zh-TW" altLang="en-US" b="1" dirty="0"/>
              </a:p>
            </p:txBody>
          </p:sp>
        </mc:Choice>
        <mc:Fallback>
          <p:sp>
            <p:nvSpPr>
              <p:cNvPr id="8" name="文字方塊 7">
                <a:extLst>
                  <a:ext uri="{FF2B5EF4-FFF2-40B4-BE49-F238E27FC236}">
                    <a16:creationId xmlns:a16="http://schemas.microsoft.com/office/drawing/2014/main" id="{B457592C-A74E-4115-9670-3EC626FC865C}"/>
                  </a:ext>
                </a:extLst>
              </p:cNvPr>
              <p:cNvSpPr txBox="1">
                <a:spLocks noRot="1" noChangeAspect="1" noMove="1" noResize="1" noEditPoints="1" noAdjustHandles="1" noChangeArrowheads="1" noChangeShapeType="1" noTextEdit="1"/>
              </p:cNvSpPr>
              <p:nvPr/>
            </p:nvSpPr>
            <p:spPr>
              <a:xfrm>
                <a:off x="9205729" y="3027838"/>
                <a:ext cx="590309" cy="369332"/>
              </a:xfrm>
              <a:prstGeom prst="rect">
                <a:avLst/>
              </a:prstGeom>
              <a:blipFill>
                <a:blip r:embed="rId3"/>
                <a:stretch>
                  <a:fillRect b="-6667"/>
                </a:stretch>
              </a:blipFill>
            </p:spPr>
            <p:txBody>
              <a:bodyPr/>
              <a:lstStyle/>
              <a:p>
                <a:r>
                  <a:rPr lang="zh-TW" altLang="en-US">
                    <a:noFill/>
                  </a:rPr>
                  <a:t> </a:t>
                </a:r>
              </a:p>
            </p:txBody>
          </p:sp>
        </mc:Fallback>
      </mc:AlternateContent>
      <p:cxnSp>
        <p:nvCxnSpPr>
          <p:cNvPr id="9" name="直線單箭頭接點 8">
            <a:extLst>
              <a:ext uri="{FF2B5EF4-FFF2-40B4-BE49-F238E27FC236}">
                <a16:creationId xmlns:a16="http://schemas.microsoft.com/office/drawing/2014/main" id="{88BFE971-7D15-40C3-BABE-FC5EA42C68C2}"/>
              </a:ext>
            </a:extLst>
          </p:cNvPr>
          <p:cNvCxnSpPr/>
          <p:nvPr/>
        </p:nvCxnSpPr>
        <p:spPr>
          <a:xfrm>
            <a:off x="8322197" y="3244334"/>
            <a:ext cx="96069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DAE32459-98B3-4658-A50C-2BBE14238225}"/>
                  </a:ext>
                </a:extLst>
              </p:cNvPr>
              <p:cNvSpPr txBox="1"/>
              <p:nvPr/>
            </p:nvSpPr>
            <p:spPr>
              <a:xfrm>
                <a:off x="9192225" y="2740183"/>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𝒒</m:t>
                          </m:r>
                        </m:e>
                      </m:acc>
                    </m:oMath>
                  </m:oMathPara>
                </a14:m>
                <a:endParaRPr lang="zh-TW" altLang="en-US" b="1" dirty="0"/>
              </a:p>
            </p:txBody>
          </p:sp>
        </mc:Choice>
        <mc:Fallback>
          <p:sp>
            <p:nvSpPr>
              <p:cNvPr id="10" name="文字方塊 9">
                <a:extLst>
                  <a:ext uri="{FF2B5EF4-FFF2-40B4-BE49-F238E27FC236}">
                    <a16:creationId xmlns:a16="http://schemas.microsoft.com/office/drawing/2014/main" id="{DAE32459-98B3-4658-A50C-2BBE14238225}"/>
                  </a:ext>
                </a:extLst>
              </p:cNvPr>
              <p:cNvSpPr txBox="1">
                <a:spLocks noRot="1" noChangeAspect="1" noMove="1" noResize="1" noEditPoints="1" noAdjustHandles="1" noChangeArrowheads="1" noChangeShapeType="1" noTextEdit="1"/>
              </p:cNvSpPr>
              <p:nvPr/>
            </p:nvSpPr>
            <p:spPr>
              <a:xfrm>
                <a:off x="9192225" y="2740183"/>
                <a:ext cx="590309" cy="369332"/>
              </a:xfrm>
              <a:prstGeom prst="rect">
                <a:avLst/>
              </a:prstGeom>
              <a:blipFill>
                <a:blip r:embed="rId4"/>
                <a:stretch>
                  <a:fillRect b="-6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6E79E918-2177-4ED1-BA4B-D0E15B2F5727}"/>
                  </a:ext>
                </a:extLst>
              </p:cNvPr>
              <p:cNvSpPr/>
              <p:nvPr/>
            </p:nvSpPr>
            <p:spPr>
              <a:xfrm>
                <a:off x="6967958" y="3637944"/>
                <a:ext cx="1340733"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𝑛</m:t>
                      </m:r>
                      <m:r>
                        <a:rPr lang="en-US" altLang="zh-TW" b="0" i="1" smtClean="0">
                          <a:solidFill>
                            <a:schemeClr val="tx1"/>
                          </a:solidFill>
                          <a:latin typeface="Cambria Math" panose="02040503050406030204" pitchFamily="18" charset="0"/>
                        </a:rPr>
                        <m:t>(∙,∙)</m:t>
                      </m:r>
                    </m:oMath>
                  </m:oMathPara>
                </a14:m>
                <a:endParaRPr lang="zh-TW" altLang="en-US" dirty="0">
                  <a:solidFill>
                    <a:schemeClr val="tx1"/>
                  </a:solidFill>
                </a:endParaRPr>
              </a:p>
            </p:txBody>
          </p:sp>
        </mc:Choice>
        <mc:Fallback>
          <p:sp>
            <p:nvSpPr>
              <p:cNvPr id="11" name="矩形 10">
                <a:extLst>
                  <a:ext uri="{FF2B5EF4-FFF2-40B4-BE49-F238E27FC236}">
                    <a16:creationId xmlns:a16="http://schemas.microsoft.com/office/drawing/2014/main" id="{6E79E918-2177-4ED1-BA4B-D0E15B2F5727}"/>
                  </a:ext>
                </a:extLst>
              </p:cNvPr>
              <p:cNvSpPr>
                <a:spLocks noRot="1" noChangeAspect="1" noMove="1" noResize="1" noEditPoints="1" noAdjustHandles="1" noChangeArrowheads="1" noChangeShapeType="1" noTextEdit="1"/>
              </p:cNvSpPr>
              <p:nvPr/>
            </p:nvSpPr>
            <p:spPr>
              <a:xfrm>
                <a:off x="6967958" y="3637944"/>
                <a:ext cx="1340733" cy="614788"/>
              </a:xfrm>
              <a:prstGeom prst="rect">
                <a:avLst/>
              </a:prstGeom>
              <a:blipFill>
                <a:blip r:embed="rId5"/>
                <a:stretch>
                  <a:fillRect/>
                </a:stretch>
              </a:blipFill>
              <a:ln w="19050">
                <a:solidFill>
                  <a:schemeClr val="tx1"/>
                </a:solidFill>
              </a:ln>
            </p:spPr>
            <p:txBody>
              <a:bodyPr/>
              <a:lstStyle/>
              <a:p>
                <a:r>
                  <a:rPr lang="zh-TW" altLang="en-US">
                    <a:noFill/>
                  </a:rPr>
                  <a:t> </a:t>
                </a:r>
              </a:p>
            </p:txBody>
          </p:sp>
        </mc:Fallback>
      </mc:AlternateContent>
      <p:cxnSp>
        <p:nvCxnSpPr>
          <p:cNvPr id="12" name="接點: 肘形 11">
            <a:extLst>
              <a:ext uri="{FF2B5EF4-FFF2-40B4-BE49-F238E27FC236}">
                <a16:creationId xmlns:a16="http://schemas.microsoft.com/office/drawing/2014/main" id="{CCE8873B-9204-4587-BD3A-C00AB04218F8}"/>
              </a:ext>
            </a:extLst>
          </p:cNvPr>
          <p:cNvCxnSpPr>
            <a:cxnSpLocks/>
            <a:stCxn id="59" idx="1"/>
            <a:endCxn id="32" idx="0"/>
          </p:cNvCxnSpPr>
          <p:nvPr/>
        </p:nvCxnSpPr>
        <p:spPr>
          <a:xfrm rot="10800000" flipV="1">
            <a:off x="918506" y="2234452"/>
            <a:ext cx="2693029" cy="81324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接點: 肘形 12">
            <a:extLst>
              <a:ext uri="{FF2B5EF4-FFF2-40B4-BE49-F238E27FC236}">
                <a16:creationId xmlns:a16="http://schemas.microsoft.com/office/drawing/2014/main" id="{D423137D-4428-48AC-870E-BC92F137D46A}"/>
              </a:ext>
            </a:extLst>
          </p:cNvPr>
          <p:cNvCxnSpPr>
            <a:cxnSpLocks/>
          </p:cNvCxnSpPr>
          <p:nvPr/>
        </p:nvCxnSpPr>
        <p:spPr>
          <a:xfrm rot="5400000">
            <a:off x="8283803" y="3268441"/>
            <a:ext cx="552307" cy="502534"/>
          </a:xfrm>
          <a:prstGeom prst="bentConnector3">
            <a:avLst>
              <a:gd name="adj1" fmla="val 10029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3147D28B-BFB2-49E4-96D8-34C5ACA2184F}"/>
              </a:ext>
            </a:extLst>
          </p:cNvPr>
          <p:cNvCxnSpPr>
            <a:cxnSpLocks/>
            <a:stCxn id="29" idx="3"/>
            <a:endCxn id="5" idx="2"/>
          </p:cNvCxnSpPr>
          <p:nvPr/>
        </p:nvCxnSpPr>
        <p:spPr>
          <a:xfrm>
            <a:off x="5856791" y="3119633"/>
            <a:ext cx="426332" cy="42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820A4AF1-8FFD-43D9-BC46-020145EB9C20}"/>
              </a:ext>
            </a:extLst>
          </p:cNvPr>
          <p:cNvCxnSpPr>
            <a:cxnSpLocks/>
            <a:stCxn id="5" idx="6"/>
            <a:endCxn id="6" idx="1"/>
          </p:cNvCxnSpPr>
          <p:nvPr/>
        </p:nvCxnSpPr>
        <p:spPr>
          <a:xfrm flipV="1">
            <a:off x="6456744" y="3123169"/>
            <a:ext cx="511214" cy="7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82A103A0-5B58-4231-8446-1D5185A76D50}"/>
                  </a:ext>
                </a:extLst>
              </p:cNvPr>
              <p:cNvSpPr txBox="1"/>
              <p:nvPr/>
            </p:nvSpPr>
            <p:spPr>
              <a:xfrm>
                <a:off x="526168" y="2646516"/>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6" name="文字方塊 15">
                <a:extLst>
                  <a:ext uri="{FF2B5EF4-FFF2-40B4-BE49-F238E27FC236}">
                    <a16:creationId xmlns:a16="http://schemas.microsoft.com/office/drawing/2014/main" id="{82A103A0-5B58-4231-8446-1D5185A76D50}"/>
                  </a:ext>
                </a:extLst>
              </p:cNvPr>
              <p:cNvSpPr txBox="1">
                <a:spLocks noRot="1" noChangeAspect="1" noMove="1" noResize="1" noEditPoints="1" noAdjustHandles="1" noChangeArrowheads="1" noChangeShapeType="1" noTextEdit="1"/>
              </p:cNvSpPr>
              <p:nvPr/>
            </p:nvSpPr>
            <p:spPr>
              <a:xfrm>
                <a:off x="526168" y="2646516"/>
                <a:ext cx="428266" cy="36933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286CF802-D97B-4182-8F45-3809944EDF49}"/>
                  </a:ext>
                </a:extLst>
              </p:cNvPr>
              <p:cNvSpPr txBox="1"/>
              <p:nvPr/>
            </p:nvSpPr>
            <p:spPr>
              <a:xfrm>
                <a:off x="5947456" y="3165508"/>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17" name="文字方塊 16">
                <a:extLst>
                  <a:ext uri="{FF2B5EF4-FFF2-40B4-BE49-F238E27FC236}">
                    <a16:creationId xmlns:a16="http://schemas.microsoft.com/office/drawing/2014/main" id="{286CF802-D97B-4182-8F45-3809944EDF49}"/>
                  </a:ext>
                </a:extLst>
              </p:cNvPr>
              <p:cNvSpPr txBox="1">
                <a:spLocks noRot="1" noChangeAspect="1" noMove="1" noResize="1" noEditPoints="1" noAdjustHandles="1" noChangeArrowheads="1" noChangeShapeType="1" noTextEdit="1"/>
              </p:cNvSpPr>
              <p:nvPr/>
            </p:nvSpPr>
            <p:spPr>
              <a:xfrm>
                <a:off x="5947456" y="3165508"/>
                <a:ext cx="428266" cy="369332"/>
              </a:xfrm>
              <a:prstGeom prst="rect">
                <a:avLst/>
              </a:prstGeom>
              <a:blipFill>
                <a:blip r:embed="rId7"/>
                <a:stretch>
                  <a:fillRect/>
                </a:stretch>
              </a:blipFill>
            </p:spPr>
            <p:txBody>
              <a:bodyPr/>
              <a:lstStyle/>
              <a:p>
                <a:r>
                  <a:rPr lang="zh-TW" altLang="en-US">
                    <a:noFill/>
                  </a:rPr>
                  <a:t> </a:t>
                </a:r>
              </a:p>
            </p:txBody>
          </p:sp>
        </mc:Fallback>
      </mc:AlternateContent>
      <p:cxnSp>
        <p:nvCxnSpPr>
          <p:cNvPr id="18" name="接點: 肘形 17">
            <a:extLst>
              <a:ext uri="{FF2B5EF4-FFF2-40B4-BE49-F238E27FC236}">
                <a16:creationId xmlns:a16="http://schemas.microsoft.com/office/drawing/2014/main" id="{00E384D4-B0F9-4388-B5CA-A713753AD928}"/>
              </a:ext>
            </a:extLst>
          </p:cNvPr>
          <p:cNvCxnSpPr>
            <a:cxnSpLocks/>
            <a:stCxn id="11" idx="1"/>
            <a:endCxn id="5" idx="4"/>
          </p:cNvCxnSpPr>
          <p:nvPr/>
        </p:nvCxnSpPr>
        <p:spPr>
          <a:xfrm rot="10800000">
            <a:off x="6369934" y="3200942"/>
            <a:ext cx="598024" cy="74439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3C022365-8FF9-4813-B92E-9691AB07C4CE}"/>
                  </a:ext>
                </a:extLst>
              </p:cNvPr>
              <p:cNvSpPr txBox="1"/>
              <p:nvPr/>
            </p:nvSpPr>
            <p:spPr>
              <a:xfrm>
                <a:off x="6408516" y="2750301"/>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𝒖</m:t>
                      </m:r>
                    </m:oMath>
                  </m:oMathPara>
                </a14:m>
                <a:endParaRPr lang="zh-TW" altLang="en-US" b="1" dirty="0"/>
              </a:p>
            </p:txBody>
          </p:sp>
        </mc:Choice>
        <mc:Fallback>
          <p:sp>
            <p:nvSpPr>
              <p:cNvPr id="19" name="文字方塊 18">
                <a:extLst>
                  <a:ext uri="{FF2B5EF4-FFF2-40B4-BE49-F238E27FC236}">
                    <a16:creationId xmlns:a16="http://schemas.microsoft.com/office/drawing/2014/main" id="{3C022365-8FF9-4813-B92E-9691AB07C4CE}"/>
                  </a:ext>
                </a:extLst>
              </p:cNvPr>
              <p:cNvSpPr txBox="1">
                <a:spLocks noRot="1" noChangeAspect="1" noMove="1" noResize="1" noEditPoints="1" noAdjustHandles="1" noChangeArrowheads="1" noChangeShapeType="1" noTextEdit="1"/>
              </p:cNvSpPr>
              <p:nvPr/>
            </p:nvSpPr>
            <p:spPr>
              <a:xfrm>
                <a:off x="6408516" y="2750301"/>
                <a:ext cx="590309" cy="36933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9ED50FDA-F222-4911-9EAA-40E34DD9C475}"/>
                  </a:ext>
                </a:extLst>
              </p:cNvPr>
              <p:cNvSpPr txBox="1"/>
              <p:nvPr/>
            </p:nvSpPr>
            <p:spPr>
              <a:xfrm>
                <a:off x="241385" y="3474956"/>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𝒙</m:t>
                          </m:r>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20" name="文字方塊 19">
                <a:extLst>
                  <a:ext uri="{FF2B5EF4-FFF2-40B4-BE49-F238E27FC236}">
                    <a16:creationId xmlns:a16="http://schemas.microsoft.com/office/drawing/2014/main" id="{9ED50FDA-F222-4911-9EAA-40E34DD9C475}"/>
                  </a:ext>
                </a:extLst>
              </p:cNvPr>
              <p:cNvSpPr txBox="1">
                <a:spLocks noRot="1" noChangeAspect="1" noMove="1" noResize="1" noEditPoints="1" noAdjustHandles="1" noChangeArrowheads="1" noChangeShapeType="1" noTextEdit="1"/>
              </p:cNvSpPr>
              <p:nvPr/>
            </p:nvSpPr>
            <p:spPr>
              <a:xfrm>
                <a:off x="241385" y="3474956"/>
                <a:ext cx="590309" cy="369332"/>
              </a:xfrm>
              <a:prstGeom prst="rect">
                <a:avLst/>
              </a:prstGeom>
              <a:blipFill>
                <a:blip r:embed="rId9"/>
                <a:stretch>
                  <a:fillRect/>
                </a:stretch>
              </a:blipFill>
            </p:spPr>
            <p:txBody>
              <a:bodyPr/>
              <a:lstStyle/>
              <a:p>
                <a:r>
                  <a:rPr lang="zh-TW" altLang="en-US">
                    <a:noFill/>
                  </a:rPr>
                  <a:t> </a:t>
                </a:r>
              </a:p>
            </p:txBody>
          </p:sp>
        </mc:Fallback>
      </mc:AlternateContent>
      <p:sp>
        <p:nvSpPr>
          <p:cNvPr id="21" name="橢圓 20">
            <a:extLst>
              <a:ext uri="{FF2B5EF4-FFF2-40B4-BE49-F238E27FC236}">
                <a16:creationId xmlns:a16="http://schemas.microsoft.com/office/drawing/2014/main" id="{06BC43EC-2B85-4C25-A4ED-5ED413D81003}"/>
              </a:ext>
            </a:extLst>
          </p:cNvPr>
          <p:cNvSpPr/>
          <p:nvPr/>
        </p:nvSpPr>
        <p:spPr>
          <a:xfrm>
            <a:off x="832657" y="3786188"/>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 name="直線單箭頭接點 21">
            <a:extLst>
              <a:ext uri="{FF2B5EF4-FFF2-40B4-BE49-F238E27FC236}">
                <a16:creationId xmlns:a16="http://schemas.microsoft.com/office/drawing/2014/main" id="{3170951E-83FE-41CF-9AF6-A6C095596258}"/>
              </a:ext>
            </a:extLst>
          </p:cNvPr>
          <p:cNvCxnSpPr>
            <a:cxnSpLocks/>
            <a:endCxn id="21" idx="2"/>
          </p:cNvCxnSpPr>
          <p:nvPr/>
        </p:nvCxnSpPr>
        <p:spPr>
          <a:xfrm>
            <a:off x="246211" y="3863203"/>
            <a:ext cx="58644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4C7A6C2D-8D43-4625-9F8A-568478863B2F}"/>
              </a:ext>
            </a:extLst>
          </p:cNvPr>
          <p:cNvCxnSpPr>
            <a:cxnSpLocks/>
            <a:stCxn id="21" idx="6"/>
            <a:endCxn id="4" idx="1"/>
          </p:cNvCxnSpPr>
          <p:nvPr/>
        </p:nvCxnSpPr>
        <p:spPr>
          <a:xfrm flipV="1">
            <a:off x="1006278" y="3860882"/>
            <a:ext cx="549796" cy="23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接點: 肘形 23">
            <a:extLst>
              <a:ext uri="{FF2B5EF4-FFF2-40B4-BE49-F238E27FC236}">
                <a16:creationId xmlns:a16="http://schemas.microsoft.com/office/drawing/2014/main" id="{903F9C94-F2BB-4A43-AFF9-B0AE689A1B2F}"/>
              </a:ext>
            </a:extLst>
          </p:cNvPr>
          <p:cNvCxnSpPr>
            <a:cxnSpLocks/>
            <a:stCxn id="48" idx="1"/>
            <a:endCxn id="21" idx="4"/>
          </p:cNvCxnSpPr>
          <p:nvPr/>
        </p:nvCxnSpPr>
        <p:spPr>
          <a:xfrm rot="10800000">
            <a:off x="919468" y="3940219"/>
            <a:ext cx="517720" cy="1632249"/>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文字方塊 25">
                <a:extLst>
                  <a:ext uri="{FF2B5EF4-FFF2-40B4-BE49-F238E27FC236}">
                    <a16:creationId xmlns:a16="http://schemas.microsoft.com/office/drawing/2014/main" id="{FA1082A5-925D-4C45-A79B-305DBE89CC47}"/>
                  </a:ext>
                </a:extLst>
              </p:cNvPr>
              <p:cNvSpPr txBox="1"/>
              <p:nvPr/>
            </p:nvSpPr>
            <p:spPr>
              <a:xfrm>
                <a:off x="491201" y="3947176"/>
                <a:ext cx="428266"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26" name="文字方塊 25">
                <a:extLst>
                  <a:ext uri="{FF2B5EF4-FFF2-40B4-BE49-F238E27FC236}">
                    <a16:creationId xmlns:a16="http://schemas.microsoft.com/office/drawing/2014/main" id="{FA1082A5-925D-4C45-A79B-305DBE89CC47}"/>
                  </a:ext>
                </a:extLst>
              </p:cNvPr>
              <p:cNvSpPr txBox="1">
                <a:spLocks noRot="1" noChangeAspect="1" noMove="1" noResize="1" noEditPoints="1" noAdjustHandles="1" noChangeArrowheads="1" noChangeShapeType="1" noTextEdit="1"/>
              </p:cNvSpPr>
              <p:nvPr/>
            </p:nvSpPr>
            <p:spPr>
              <a:xfrm>
                <a:off x="491201" y="3947176"/>
                <a:ext cx="428266" cy="369331"/>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 name="文字方塊 26">
                <a:extLst>
                  <a:ext uri="{FF2B5EF4-FFF2-40B4-BE49-F238E27FC236}">
                    <a16:creationId xmlns:a16="http://schemas.microsoft.com/office/drawing/2014/main" id="{7202F687-879E-4CA4-97F0-073A97401ACD}"/>
                  </a:ext>
                </a:extLst>
              </p:cNvPr>
              <p:cNvSpPr txBox="1"/>
              <p:nvPr/>
            </p:nvSpPr>
            <p:spPr>
              <a:xfrm>
                <a:off x="984090" y="3489577"/>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b="1" i="1" smtClean="0">
                              <a:latin typeface="Cambria Math" panose="02040503050406030204" pitchFamily="18" charset="0"/>
                            </a:rPr>
                          </m:ctrlPr>
                        </m:accPr>
                        <m:e>
                          <m:r>
                            <a:rPr lang="en-US" altLang="zh-TW" b="1" i="1" smtClean="0">
                              <a:latin typeface="Cambria Math" panose="02040503050406030204" pitchFamily="18" charset="0"/>
                            </a:rPr>
                            <m:t>𝒙</m:t>
                          </m:r>
                        </m:e>
                      </m:acc>
                    </m:oMath>
                  </m:oMathPara>
                </a14:m>
                <a:endParaRPr lang="zh-TW" altLang="en-US" b="1" dirty="0"/>
              </a:p>
            </p:txBody>
          </p:sp>
        </mc:Choice>
        <mc:Fallback>
          <p:sp>
            <p:nvSpPr>
              <p:cNvPr id="27" name="文字方塊 26">
                <a:extLst>
                  <a:ext uri="{FF2B5EF4-FFF2-40B4-BE49-F238E27FC236}">
                    <a16:creationId xmlns:a16="http://schemas.microsoft.com/office/drawing/2014/main" id="{7202F687-879E-4CA4-97F0-073A97401ACD}"/>
                  </a:ext>
                </a:extLst>
              </p:cNvPr>
              <p:cNvSpPr txBox="1">
                <a:spLocks noRot="1" noChangeAspect="1" noMove="1" noResize="1" noEditPoints="1" noAdjustHandles="1" noChangeArrowheads="1" noChangeShapeType="1" noTextEdit="1"/>
              </p:cNvSpPr>
              <p:nvPr/>
            </p:nvSpPr>
            <p:spPr>
              <a:xfrm>
                <a:off x="984090" y="3489577"/>
                <a:ext cx="590309" cy="369332"/>
              </a:xfrm>
              <a:prstGeom prst="rect">
                <a:avLst/>
              </a:prstGeom>
              <a:blipFill>
                <a:blip r:embed="rId11"/>
                <a:stretch>
                  <a:fillRect r="-19588"/>
                </a:stretch>
              </a:blipFill>
            </p:spPr>
            <p:txBody>
              <a:bodyPr/>
              <a:lstStyle/>
              <a:p>
                <a:r>
                  <a:rPr lang="zh-TW" altLang="en-US">
                    <a:noFill/>
                  </a:rPr>
                  <a:t> </a:t>
                </a:r>
              </a:p>
            </p:txBody>
          </p:sp>
        </mc:Fallback>
      </mc:AlternateContent>
      <p:cxnSp>
        <p:nvCxnSpPr>
          <p:cNvPr id="28" name="接點: 肘形 27">
            <a:extLst>
              <a:ext uri="{FF2B5EF4-FFF2-40B4-BE49-F238E27FC236}">
                <a16:creationId xmlns:a16="http://schemas.microsoft.com/office/drawing/2014/main" id="{A6328B66-263F-43EC-8C9E-D3EE2D45F4D7}"/>
              </a:ext>
            </a:extLst>
          </p:cNvPr>
          <p:cNvCxnSpPr>
            <a:cxnSpLocks/>
          </p:cNvCxnSpPr>
          <p:nvPr/>
        </p:nvCxnSpPr>
        <p:spPr>
          <a:xfrm rot="5400000">
            <a:off x="8078053" y="3229720"/>
            <a:ext cx="1156234" cy="694958"/>
          </a:xfrm>
          <a:prstGeom prst="bentConnector3">
            <a:avLst>
              <a:gd name="adj1" fmla="val 9905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F020328A-1ECE-433D-AFD3-81AFB3DBD537}"/>
                  </a:ext>
                </a:extLst>
              </p:cNvPr>
              <p:cNvSpPr/>
              <p:nvPr/>
            </p:nvSpPr>
            <p:spPr>
              <a:xfrm>
                <a:off x="5108292" y="2812239"/>
                <a:ext cx="748499"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smtClean="0">
                          <a:solidFill>
                            <a:schemeClr val="tx1"/>
                          </a:solidFill>
                          <a:latin typeface="Cambria Math" panose="02040503050406030204" pitchFamily="18" charset="0"/>
                        </a:rPr>
                        <m:t>𝐵</m:t>
                      </m:r>
                      <m:r>
                        <a:rPr lang="en-US" altLang="zh-TW" b="1" i="1" smtClean="0">
                          <a:solidFill>
                            <a:schemeClr val="tx1"/>
                          </a:solidFill>
                          <a:latin typeface="Cambria Math" panose="02040503050406030204" pitchFamily="18" charset="0"/>
                        </a:rPr>
                        <m:t>(</m:t>
                      </m:r>
                      <m:r>
                        <a:rPr lang="en-US" altLang="zh-TW" b="1" i="1" smtClean="0">
                          <a:solidFill>
                            <a:schemeClr val="tx1"/>
                          </a:solidFill>
                          <a:latin typeface="Cambria Math" panose="02040503050406030204" pitchFamily="18" charset="0"/>
                        </a:rPr>
                        <m:t>𝒒</m:t>
                      </m:r>
                      <m:r>
                        <a:rPr lang="en-US" altLang="zh-TW" b="1" i="1" smtClean="0">
                          <a:solidFill>
                            <a:schemeClr val="tx1"/>
                          </a:solidFill>
                          <a:latin typeface="Cambria Math" panose="02040503050406030204" pitchFamily="18" charset="0"/>
                        </a:rPr>
                        <m:t>)</m:t>
                      </m:r>
                    </m:oMath>
                  </m:oMathPara>
                </a14:m>
                <a:endParaRPr lang="zh-TW" altLang="en-US" b="1" dirty="0">
                  <a:solidFill>
                    <a:schemeClr val="tx1"/>
                  </a:solidFill>
                </a:endParaRPr>
              </a:p>
            </p:txBody>
          </p:sp>
        </mc:Choice>
        <mc:Fallback>
          <p:sp>
            <p:nvSpPr>
              <p:cNvPr id="29" name="矩形 28">
                <a:extLst>
                  <a:ext uri="{FF2B5EF4-FFF2-40B4-BE49-F238E27FC236}">
                    <a16:creationId xmlns:a16="http://schemas.microsoft.com/office/drawing/2014/main" id="{F020328A-1ECE-433D-AFD3-81AFB3DBD537}"/>
                  </a:ext>
                </a:extLst>
              </p:cNvPr>
              <p:cNvSpPr>
                <a:spLocks noRot="1" noChangeAspect="1" noMove="1" noResize="1" noEditPoints="1" noAdjustHandles="1" noChangeArrowheads="1" noChangeShapeType="1" noTextEdit="1"/>
              </p:cNvSpPr>
              <p:nvPr/>
            </p:nvSpPr>
            <p:spPr>
              <a:xfrm>
                <a:off x="5108292" y="2812239"/>
                <a:ext cx="748499" cy="614788"/>
              </a:xfrm>
              <a:prstGeom prst="rect">
                <a:avLst/>
              </a:prstGeom>
              <a:blipFill>
                <a:blip r:embed="rId12"/>
                <a:stretch>
                  <a:fillRect/>
                </a:stretch>
              </a:blipFill>
              <a:ln w="19050">
                <a:solidFill>
                  <a:schemeClr val="tx1"/>
                </a:solidFill>
              </a:ln>
            </p:spPr>
            <p:txBody>
              <a:bodyPr/>
              <a:lstStyle/>
              <a:p>
                <a:r>
                  <a:rPr lang="zh-TW" altLang="en-US">
                    <a:noFill/>
                  </a:rPr>
                  <a:t> </a:t>
                </a:r>
              </a:p>
            </p:txBody>
          </p:sp>
        </mc:Fallback>
      </mc:AlternateContent>
      <p:sp>
        <p:nvSpPr>
          <p:cNvPr id="31" name="橢圓 30">
            <a:extLst>
              <a:ext uri="{FF2B5EF4-FFF2-40B4-BE49-F238E27FC236}">
                <a16:creationId xmlns:a16="http://schemas.microsoft.com/office/drawing/2014/main" id="{FDFE927C-9105-4663-91FB-F03A38657096}"/>
              </a:ext>
            </a:extLst>
          </p:cNvPr>
          <p:cNvSpPr/>
          <p:nvPr/>
        </p:nvSpPr>
        <p:spPr>
          <a:xfrm>
            <a:off x="2705580" y="304691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A547D0E2-9A23-4207-897A-388AA5441C4B}"/>
              </a:ext>
            </a:extLst>
          </p:cNvPr>
          <p:cNvSpPr/>
          <p:nvPr/>
        </p:nvSpPr>
        <p:spPr>
          <a:xfrm>
            <a:off x="831694" y="3047692"/>
            <a:ext cx="173621" cy="15403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3" name="矩形 32">
                <a:extLst>
                  <a:ext uri="{FF2B5EF4-FFF2-40B4-BE49-F238E27FC236}">
                    <a16:creationId xmlns:a16="http://schemas.microsoft.com/office/drawing/2014/main" id="{4CEC690E-4C69-4EFD-8582-AB03982AF8B0}"/>
                  </a:ext>
                </a:extLst>
              </p:cNvPr>
              <p:cNvSpPr/>
              <p:nvPr/>
            </p:nvSpPr>
            <p:spPr>
              <a:xfrm>
                <a:off x="1555109" y="2814661"/>
                <a:ext cx="586451"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𝐾</m:t>
                          </m:r>
                        </m:e>
                        <m:sub>
                          <m:r>
                            <a:rPr lang="en-US" altLang="zh-TW" b="0" i="1" smtClean="0">
                              <a:solidFill>
                                <a:schemeClr val="tx1"/>
                              </a:solidFill>
                              <a:latin typeface="Cambria Math" panose="02040503050406030204" pitchFamily="18" charset="0"/>
                            </a:rPr>
                            <m:t>𝑑</m:t>
                          </m:r>
                        </m:sub>
                      </m:sSub>
                    </m:oMath>
                  </m:oMathPara>
                </a14:m>
                <a:endParaRPr lang="zh-TW" altLang="en-US" dirty="0">
                  <a:solidFill>
                    <a:schemeClr val="tx1"/>
                  </a:solidFill>
                </a:endParaRPr>
              </a:p>
            </p:txBody>
          </p:sp>
        </mc:Choice>
        <mc:Fallback>
          <p:sp>
            <p:nvSpPr>
              <p:cNvPr id="33" name="矩形 32">
                <a:extLst>
                  <a:ext uri="{FF2B5EF4-FFF2-40B4-BE49-F238E27FC236}">
                    <a16:creationId xmlns:a16="http://schemas.microsoft.com/office/drawing/2014/main" id="{4CEC690E-4C69-4EFD-8582-AB03982AF8B0}"/>
                  </a:ext>
                </a:extLst>
              </p:cNvPr>
              <p:cNvSpPr>
                <a:spLocks noRot="1" noChangeAspect="1" noMove="1" noResize="1" noEditPoints="1" noAdjustHandles="1" noChangeArrowheads="1" noChangeShapeType="1" noTextEdit="1"/>
              </p:cNvSpPr>
              <p:nvPr/>
            </p:nvSpPr>
            <p:spPr>
              <a:xfrm>
                <a:off x="1555109" y="2814661"/>
                <a:ext cx="586451" cy="614788"/>
              </a:xfrm>
              <a:prstGeom prst="rect">
                <a:avLst/>
              </a:prstGeom>
              <a:blipFill>
                <a:blip r:embed="rId13"/>
                <a:stretch>
                  <a:fillRect/>
                </a:stretch>
              </a:blipFill>
              <a:ln w="19050">
                <a:solidFill>
                  <a:schemeClr val="tx1"/>
                </a:solidFill>
              </a:ln>
            </p:spPr>
            <p:txBody>
              <a:bodyPr/>
              <a:lstStyle/>
              <a:p>
                <a:r>
                  <a:rPr lang="zh-TW" altLang="en-US">
                    <a:noFill/>
                  </a:rPr>
                  <a:t> </a:t>
                </a:r>
              </a:p>
            </p:txBody>
          </p:sp>
        </mc:Fallback>
      </mc:AlternateContent>
      <p:cxnSp>
        <p:nvCxnSpPr>
          <p:cNvPr id="34" name="直線單箭頭接點 33">
            <a:extLst>
              <a:ext uri="{FF2B5EF4-FFF2-40B4-BE49-F238E27FC236}">
                <a16:creationId xmlns:a16="http://schemas.microsoft.com/office/drawing/2014/main" id="{DA9AABF9-93A4-48B9-A71B-6483F22B36EC}"/>
              </a:ext>
            </a:extLst>
          </p:cNvPr>
          <p:cNvCxnSpPr>
            <a:cxnSpLocks/>
          </p:cNvCxnSpPr>
          <p:nvPr/>
        </p:nvCxnSpPr>
        <p:spPr>
          <a:xfrm>
            <a:off x="245248" y="3119633"/>
            <a:ext cx="58644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 name="文字方塊 34">
                <a:extLst>
                  <a:ext uri="{FF2B5EF4-FFF2-40B4-BE49-F238E27FC236}">
                    <a16:creationId xmlns:a16="http://schemas.microsoft.com/office/drawing/2014/main" id="{E059E678-5F1C-4A05-ABE1-7B887ED7F683}"/>
                  </a:ext>
                </a:extLst>
              </p:cNvPr>
              <p:cNvSpPr txBox="1"/>
              <p:nvPr/>
            </p:nvSpPr>
            <p:spPr>
              <a:xfrm>
                <a:off x="220892" y="2746822"/>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𝒙</m:t>
                              </m:r>
                            </m:e>
                          </m:acc>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35" name="文字方塊 34">
                <a:extLst>
                  <a:ext uri="{FF2B5EF4-FFF2-40B4-BE49-F238E27FC236}">
                    <a16:creationId xmlns:a16="http://schemas.microsoft.com/office/drawing/2014/main" id="{E059E678-5F1C-4A05-ABE1-7B887ED7F683}"/>
                  </a:ext>
                </a:extLst>
              </p:cNvPr>
              <p:cNvSpPr txBox="1">
                <a:spLocks noRot="1" noChangeAspect="1" noMove="1" noResize="1" noEditPoints="1" noAdjustHandles="1" noChangeArrowheads="1" noChangeShapeType="1" noTextEdit="1"/>
              </p:cNvSpPr>
              <p:nvPr/>
            </p:nvSpPr>
            <p:spPr>
              <a:xfrm>
                <a:off x="220892" y="2746822"/>
                <a:ext cx="590309" cy="369332"/>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6" name="文字方塊 35">
                <a:extLst>
                  <a:ext uri="{FF2B5EF4-FFF2-40B4-BE49-F238E27FC236}">
                    <a16:creationId xmlns:a16="http://schemas.microsoft.com/office/drawing/2014/main" id="{48E8FB9E-904D-4503-95F1-356831E50B1C}"/>
                  </a:ext>
                </a:extLst>
              </p:cNvPr>
              <p:cNvSpPr txBox="1"/>
              <p:nvPr/>
            </p:nvSpPr>
            <p:spPr>
              <a:xfrm>
                <a:off x="973004" y="2732890"/>
                <a:ext cx="590309" cy="38645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b="1" i="1" smtClean="0">
                              <a:latin typeface="Cambria Math" panose="02040503050406030204" pitchFamily="18" charset="0"/>
                            </a:rPr>
                          </m:ctrlPr>
                        </m:accPr>
                        <m:e>
                          <m:acc>
                            <m:accPr>
                              <m:chr m:val="̃"/>
                              <m:ctrlPr>
                                <a:rPr lang="zh-TW" altLang="en-US" b="1" i="1" smtClean="0">
                                  <a:latin typeface="Cambria Math" panose="02040503050406030204" pitchFamily="18" charset="0"/>
                                </a:rPr>
                              </m:ctrlPr>
                            </m:accPr>
                            <m:e>
                              <m:r>
                                <a:rPr lang="en-US" altLang="zh-TW" b="1" i="1" smtClean="0">
                                  <a:latin typeface="Cambria Math" panose="02040503050406030204" pitchFamily="18" charset="0"/>
                                </a:rPr>
                                <m:t>𝒙</m:t>
                              </m:r>
                            </m:e>
                          </m:acc>
                        </m:e>
                      </m:acc>
                    </m:oMath>
                  </m:oMathPara>
                </a14:m>
                <a:endParaRPr lang="zh-TW" altLang="en-US" b="1" dirty="0"/>
              </a:p>
            </p:txBody>
          </p:sp>
        </mc:Choice>
        <mc:Fallback>
          <p:sp>
            <p:nvSpPr>
              <p:cNvPr id="36" name="文字方塊 35">
                <a:extLst>
                  <a:ext uri="{FF2B5EF4-FFF2-40B4-BE49-F238E27FC236}">
                    <a16:creationId xmlns:a16="http://schemas.microsoft.com/office/drawing/2014/main" id="{48E8FB9E-904D-4503-95F1-356831E50B1C}"/>
                  </a:ext>
                </a:extLst>
              </p:cNvPr>
              <p:cNvSpPr txBox="1">
                <a:spLocks noRot="1" noChangeAspect="1" noMove="1" noResize="1" noEditPoints="1" noAdjustHandles="1" noChangeArrowheads="1" noChangeShapeType="1" noTextEdit="1"/>
              </p:cNvSpPr>
              <p:nvPr/>
            </p:nvSpPr>
            <p:spPr>
              <a:xfrm>
                <a:off x="973004" y="2732890"/>
                <a:ext cx="590309" cy="386452"/>
              </a:xfrm>
              <a:prstGeom prst="rect">
                <a:avLst/>
              </a:prstGeom>
              <a:blipFill>
                <a:blip r:embed="rId15"/>
                <a:stretch>
                  <a:fillRect r="-19792"/>
                </a:stretch>
              </a:blipFill>
            </p:spPr>
            <p:txBody>
              <a:bodyPr/>
              <a:lstStyle/>
              <a:p>
                <a:r>
                  <a:rPr lang="zh-TW" altLang="en-US">
                    <a:noFill/>
                  </a:rPr>
                  <a:t> </a:t>
                </a:r>
              </a:p>
            </p:txBody>
          </p:sp>
        </mc:Fallback>
      </mc:AlternateContent>
      <p:cxnSp>
        <p:nvCxnSpPr>
          <p:cNvPr id="37" name="直線單箭頭接點 36">
            <a:extLst>
              <a:ext uri="{FF2B5EF4-FFF2-40B4-BE49-F238E27FC236}">
                <a16:creationId xmlns:a16="http://schemas.microsoft.com/office/drawing/2014/main" id="{68C18B69-4E31-4077-B64A-182C214E83DD}"/>
              </a:ext>
            </a:extLst>
          </p:cNvPr>
          <p:cNvCxnSpPr>
            <a:cxnSpLocks/>
            <a:stCxn id="32" idx="6"/>
            <a:endCxn id="33" idx="1"/>
          </p:cNvCxnSpPr>
          <p:nvPr/>
        </p:nvCxnSpPr>
        <p:spPr>
          <a:xfrm flipV="1">
            <a:off x="1005315" y="3122055"/>
            <a:ext cx="549794" cy="26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1FD85D13-E572-479C-9620-063DD7DA2CA1}"/>
              </a:ext>
            </a:extLst>
          </p:cNvPr>
          <p:cNvCxnSpPr>
            <a:cxnSpLocks/>
            <a:stCxn id="33" idx="3"/>
            <a:endCxn id="31" idx="2"/>
          </p:cNvCxnSpPr>
          <p:nvPr/>
        </p:nvCxnSpPr>
        <p:spPr>
          <a:xfrm>
            <a:off x="2141560" y="3122055"/>
            <a:ext cx="564020" cy="18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接點: 肘形 38">
            <a:extLst>
              <a:ext uri="{FF2B5EF4-FFF2-40B4-BE49-F238E27FC236}">
                <a16:creationId xmlns:a16="http://schemas.microsoft.com/office/drawing/2014/main" id="{01031C8E-A3FB-427F-AB42-3AAFAC8B13A7}"/>
              </a:ext>
            </a:extLst>
          </p:cNvPr>
          <p:cNvCxnSpPr>
            <a:cxnSpLocks/>
            <a:endCxn id="31" idx="0"/>
          </p:cNvCxnSpPr>
          <p:nvPr/>
        </p:nvCxnSpPr>
        <p:spPr>
          <a:xfrm>
            <a:off x="268275" y="1571170"/>
            <a:ext cx="2524116" cy="147574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0" name="文字方塊 39">
                <a:extLst>
                  <a:ext uri="{FF2B5EF4-FFF2-40B4-BE49-F238E27FC236}">
                    <a16:creationId xmlns:a16="http://schemas.microsoft.com/office/drawing/2014/main" id="{27944812-1910-4AC2-A252-ABEF311A40CB}"/>
                  </a:ext>
                </a:extLst>
              </p:cNvPr>
              <p:cNvSpPr txBox="1"/>
              <p:nvPr/>
            </p:nvSpPr>
            <p:spPr>
              <a:xfrm>
                <a:off x="231013" y="1182923"/>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𝒙</m:t>
                              </m:r>
                            </m:e>
                          </m:acc>
                        </m:e>
                        <m:sub>
                          <m:r>
                            <a:rPr lang="en-US" altLang="zh-TW" b="0" i="1" smtClean="0">
                              <a:latin typeface="Cambria Math" panose="02040503050406030204" pitchFamily="18" charset="0"/>
                            </a:rPr>
                            <m:t>𝑑</m:t>
                          </m:r>
                        </m:sub>
                      </m:sSub>
                    </m:oMath>
                  </m:oMathPara>
                </a14:m>
                <a:endParaRPr lang="zh-TW" altLang="en-US" b="1" dirty="0"/>
              </a:p>
            </p:txBody>
          </p:sp>
        </mc:Choice>
        <mc:Fallback>
          <p:sp>
            <p:nvSpPr>
              <p:cNvPr id="40" name="文字方塊 39">
                <a:extLst>
                  <a:ext uri="{FF2B5EF4-FFF2-40B4-BE49-F238E27FC236}">
                    <a16:creationId xmlns:a16="http://schemas.microsoft.com/office/drawing/2014/main" id="{27944812-1910-4AC2-A252-ABEF311A40CB}"/>
                  </a:ext>
                </a:extLst>
              </p:cNvPr>
              <p:cNvSpPr txBox="1">
                <a:spLocks noRot="1" noChangeAspect="1" noMove="1" noResize="1" noEditPoints="1" noAdjustHandles="1" noChangeArrowheads="1" noChangeShapeType="1" noTextEdit="1"/>
              </p:cNvSpPr>
              <p:nvPr/>
            </p:nvSpPr>
            <p:spPr>
              <a:xfrm>
                <a:off x="231013" y="1182923"/>
                <a:ext cx="590309" cy="369332"/>
              </a:xfrm>
              <a:prstGeom prst="rect">
                <a:avLst/>
              </a:prstGeom>
              <a:blipFill>
                <a:blip r:embed="rId16"/>
                <a:stretch>
                  <a:fillRect r="-3093"/>
                </a:stretch>
              </a:blipFill>
            </p:spPr>
            <p:txBody>
              <a:bodyPr/>
              <a:lstStyle/>
              <a:p>
                <a:r>
                  <a:rPr lang="zh-TW" altLang="en-US">
                    <a:noFill/>
                  </a:rPr>
                  <a:t> </a:t>
                </a:r>
              </a:p>
            </p:txBody>
          </p:sp>
        </mc:Fallback>
      </mc:AlternateContent>
      <p:cxnSp>
        <p:nvCxnSpPr>
          <p:cNvPr id="41" name="接點: 肘形 40">
            <a:extLst>
              <a:ext uri="{FF2B5EF4-FFF2-40B4-BE49-F238E27FC236}">
                <a16:creationId xmlns:a16="http://schemas.microsoft.com/office/drawing/2014/main" id="{52A8D10A-0C81-4F38-B039-A70C9D65CA96}"/>
              </a:ext>
            </a:extLst>
          </p:cNvPr>
          <p:cNvCxnSpPr>
            <a:cxnSpLocks/>
            <a:stCxn id="4" idx="3"/>
            <a:endCxn id="31" idx="3"/>
          </p:cNvCxnSpPr>
          <p:nvPr/>
        </p:nvCxnSpPr>
        <p:spPr>
          <a:xfrm flipV="1">
            <a:off x="2142525" y="3178385"/>
            <a:ext cx="588481" cy="68249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6045C701-8612-4BBF-9092-C2822DF10E75}"/>
                  </a:ext>
                </a:extLst>
              </p:cNvPr>
              <p:cNvSpPr txBox="1"/>
              <p:nvPr/>
            </p:nvSpPr>
            <p:spPr>
              <a:xfrm>
                <a:off x="2418624" y="2611345"/>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42" name="文字方塊 41">
                <a:extLst>
                  <a:ext uri="{FF2B5EF4-FFF2-40B4-BE49-F238E27FC236}">
                    <a16:creationId xmlns:a16="http://schemas.microsoft.com/office/drawing/2014/main" id="{6045C701-8612-4BBF-9092-C2822DF10E75}"/>
                  </a:ext>
                </a:extLst>
              </p:cNvPr>
              <p:cNvSpPr txBox="1">
                <a:spLocks noRot="1" noChangeAspect="1" noMove="1" noResize="1" noEditPoints="1" noAdjustHandles="1" noChangeArrowheads="1" noChangeShapeType="1" noTextEdit="1"/>
              </p:cNvSpPr>
              <p:nvPr/>
            </p:nvSpPr>
            <p:spPr>
              <a:xfrm>
                <a:off x="2418624" y="2611345"/>
                <a:ext cx="428266" cy="369332"/>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0E82257B-7C1A-41B0-97CD-70A5B4FDECAC}"/>
                  </a:ext>
                </a:extLst>
              </p:cNvPr>
              <p:cNvSpPr txBox="1"/>
              <p:nvPr/>
            </p:nvSpPr>
            <p:spPr>
              <a:xfrm>
                <a:off x="2412354" y="3227455"/>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43" name="文字方塊 42">
                <a:extLst>
                  <a:ext uri="{FF2B5EF4-FFF2-40B4-BE49-F238E27FC236}">
                    <a16:creationId xmlns:a16="http://schemas.microsoft.com/office/drawing/2014/main" id="{0E82257B-7C1A-41B0-97CD-70A5B4FDECAC}"/>
                  </a:ext>
                </a:extLst>
              </p:cNvPr>
              <p:cNvSpPr txBox="1">
                <a:spLocks noRot="1" noChangeAspect="1" noMove="1" noResize="1" noEditPoints="1" noAdjustHandles="1" noChangeArrowheads="1" noChangeShapeType="1" noTextEdit="1"/>
              </p:cNvSpPr>
              <p:nvPr/>
            </p:nvSpPr>
            <p:spPr>
              <a:xfrm>
                <a:off x="2412354" y="3227455"/>
                <a:ext cx="428266" cy="369332"/>
              </a:xfrm>
              <a:prstGeom prst="rect">
                <a:avLst/>
              </a:prstGeom>
              <a:blipFill>
                <a:blip r:embed="rId18"/>
                <a:stretch>
                  <a:fillRect/>
                </a:stretch>
              </a:blipFill>
            </p:spPr>
            <p:txBody>
              <a:bodyPr/>
              <a:lstStyle/>
              <a:p>
                <a:r>
                  <a:rPr lang="zh-TW" altLang="en-US">
                    <a:noFill/>
                  </a:rPr>
                  <a:t> </a:t>
                </a:r>
              </a:p>
            </p:txBody>
          </p:sp>
        </mc:Fallback>
      </mc:AlternateContent>
      <p:cxnSp>
        <p:nvCxnSpPr>
          <p:cNvPr id="44" name="直線單箭頭接點 43">
            <a:extLst>
              <a:ext uri="{FF2B5EF4-FFF2-40B4-BE49-F238E27FC236}">
                <a16:creationId xmlns:a16="http://schemas.microsoft.com/office/drawing/2014/main" id="{5169263F-C65E-4653-9099-5FDA55FB2B64}"/>
              </a:ext>
            </a:extLst>
          </p:cNvPr>
          <p:cNvCxnSpPr>
            <a:cxnSpLocks/>
            <a:endCxn id="29" idx="2"/>
          </p:cNvCxnSpPr>
          <p:nvPr/>
        </p:nvCxnSpPr>
        <p:spPr>
          <a:xfrm flipV="1">
            <a:off x="5482542" y="3427027"/>
            <a:ext cx="0" cy="2145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DFB55AA2-389F-4CAB-A390-E301936D687F}"/>
                  </a:ext>
                </a:extLst>
              </p:cNvPr>
              <p:cNvSpPr txBox="1"/>
              <p:nvPr/>
            </p:nvSpPr>
            <p:spPr>
              <a:xfrm>
                <a:off x="4422494" y="2760761"/>
                <a:ext cx="59030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𝒚</m:t>
                      </m:r>
                    </m:oMath>
                  </m:oMathPara>
                </a14:m>
                <a:endParaRPr lang="zh-TW" altLang="en-US" b="1" dirty="0"/>
              </a:p>
            </p:txBody>
          </p:sp>
        </mc:Choice>
        <mc:Fallback>
          <p:sp>
            <p:nvSpPr>
              <p:cNvPr id="45" name="文字方塊 44">
                <a:extLst>
                  <a:ext uri="{FF2B5EF4-FFF2-40B4-BE49-F238E27FC236}">
                    <a16:creationId xmlns:a16="http://schemas.microsoft.com/office/drawing/2014/main" id="{DFB55AA2-389F-4CAB-A390-E301936D687F}"/>
                  </a:ext>
                </a:extLst>
              </p:cNvPr>
              <p:cNvSpPr txBox="1">
                <a:spLocks noRot="1" noChangeAspect="1" noMove="1" noResize="1" noEditPoints="1" noAdjustHandles="1" noChangeArrowheads="1" noChangeShapeType="1" noTextEdit="1"/>
              </p:cNvSpPr>
              <p:nvPr/>
            </p:nvSpPr>
            <p:spPr>
              <a:xfrm>
                <a:off x="4422494" y="2760761"/>
                <a:ext cx="590309" cy="369332"/>
              </a:xfrm>
              <a:prstGeom prst="rect">
                <a:avLst/>
              </a:prstGeom>
              <a:blipFill>
                <a:blip r:embed="rId19"/>
                <a:stretch>
                  <a:fillRect b="-6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6" name="矩形 45">
                <a:extLst>
                  <a:ext uri="{FF2B5EF4-FFF2-40B4-BE49-F238E27FC236}">
                    <a16:creationId xmlns:a16="http://schemas.microsoft.com/office/drawing/2014/main" id="{AC780026-07FA-4EA4-920B-125DB18DF60C}"/>
                  </a:ext>
                </a:extLst>
              </p:cNvPr>
              <p:cNvSpPr/>
              <p:nvPr/>
            </p:nvSpPr>
            <p:spPr>
              <a:xfrm>
                <a:off x="3610329" y="2818751"/>
                <a:ext cx="781288"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n-US" altLang="zh-TW" i="1" smtClean="0">
                              <a:solidFill>
                                <a:schemeClr val="tx1"/>
                              </a:solidFill>
                              <a:latin typeface="Cambria Math" panose="02040503050406030204" pitchFamily="18" charset="0"/>
                            </a:rPr>
                          </m:ctrlPr>
                        </m:sSubSupPr>
                        <m:e>
                          <m:r>
                            <a:rPr lang="en-US" altLang="zh-TW" b="0" i="1" smtClean="0">
                              <a:solidFill>
                                <a:schemeClr val="tx1"/>
                              </a:solidFill>
                              <a:latin typeface="Cambria Math" panose="02040503050406030204" pitchFamily="18" charset="0"/>
                            </a:rPr>
                            <m:t>𝐽</m:t>
                          </m:r>
                        </m:e>
                        <m:sub>
                          <m:r>
                            <a:rPr lang="en-US" altLang="zh-TW" b="0" i="1" smtClean="0">
                              <a:solidFill>
                                <a:schemeClr val="tx1"/>
                              </a:solidFill>
                              <a:latin typeface="Cambria Math" panose="02040503050406030204" pitchFamily="18" charset="0"/>
                            </a:rPr>
                            <m:t>𝐴</m:t>
                          </m:r>
                        </m:sub>
                        <m:sup>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1</m:t>
                          </m:r>
                        </m:sup>
                      </m:sSubSup>
                      <m:r>
                        <a:rPr lang="en-US" altLang="zh-TW" b="1" i="1" smtClean="0">
                          <a:solidFill>
                            <a:schemeClr val="tx1"/>
                          </a:solidFill>
                          <a:latin typeface="Cambria Math" panose="02040503050406030204" pitchFamily="18" charset="0"/>
                        </a:rPr>
                        <m:t>(</m:t>
                      </m:r>
                      <m:r>
                        <a:rPr lang="en-US" altLang="zh-TW" b="1" i="1" smtClean="0">
                          <a:solidFill>
                            <a:schemeClr val="tx1"/>
                          </a:solidFill>
                          <a:latin typeface="Cambria Math" panose="02040503050406030204" pitchFamily="18" charset="0"/>
                        </a:rPr>
                        <m:t>𝒒</m:t>
                      </m:r>
                      <m:r>
                        <a:rPr lang="en-US" altLang="zh-TW" b="1" i="1" smtClean="0">
                          <a:solidFill>
                            <a:schemeClr val="tx1"/>
                          </a:solidFill>
                          <a:latin typeface="Cambria Math" panose="02040503050406030204" pitchFamily="18" charset="0"/>
                          <a:ea typeface="Cambria Math" panose="02040503050406030204" pitchFamily="18" charset="0"/>
                        </a:rPr>
                        <m:t>)</m:t>
                      </m:r>
                    </m:oMath>
                  </m:oMathPara>
                </a14:m>
                <a:endParaRPr lang="zh-TW" altLang="en-US" b="1" dirty="0">
                  <a:solidFill>
                    <a:schemeClr val="tx1"/>
                  </a:solidFill>
                </a:endParaRPr>
              </a:p>
            </p:txBody>
          </p:sp>
        </mc:Choice>
        <mc:Fallback>
          <p:sp>
            <p:nvSpPr>
              <p:cNvPr id="46" name="矩形 45">
                <a:extLst>
                  <a:ext uri="{FF2B5EF4-FFF2-40B4-BE49-F238E27FC236}">
                    <a16:creationId xmlns:a16="http://schemas.microsoft.com/office/drawing/2014/main" id="{AC780026-07FA-4EA4-920B-125DB18DF60C}"/>
                  </a:ext>
                </a:extLst>
              </p:cNvPr>
              <p:cNvSpPr>
                <a:spLocks noRot="1" noChangeAspect="1" noMove="1" noResize="1" noEditPoints="1" noAdjustHandles="1" noChangeArrowheads="1" noChangeShapeType="1" noTextEdit="1"/>
              </p:cNvSpPr>
              <p:nvPr/>
            </p:nvSpPr>
            <p:spPr>
              <a:xfrm>
                <a:off x="3610329" y="2818751"/>
                <a:ext cx="781288" cy="614788"/>
              </a:xfrm>
              <a:prstGeom prst="rect">
                <a:avLst/>
              </a:prstGeom>
              <a:blipFill>
                <a:blip r:embed="rId20"/>
                <a:stretch>
                  <a:fillRect l="-6870" r="-1527"/>
                </a:stretch>
              </a:blipFill>
              <a:ln w="1905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8" name="矩形 47">
                <a:extLst>
                  <a:ext uri="{FF2B5EF4-FFF2-40B4-BE49-F238E27FC236}">
                    <a16:creationId xmlns:a16="http://schemas.microsoft.com/office/drawing/2014/main" id="{01C875E2-B553-4CAD-A18B-47DF616802CD}"/>
                  </a:ext>
                </a:extLst>
              </p:cNvPr>
              <p:cNvSpPr/>
              <p:nvPr/>
            </p:nvSpPr>
            <p:spPr>
              <a:xfrm>
                <a:off x="1437188" y="5265073"/>
                <a:ext cx="975166" cy="614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𝐹𝐾</m:t>
                      </m:r>
                      <m:r>
                        <a:rPr lang="en-US" altLang="zh-TW" b="0" i="1" smtClean="0">
                          <a:solidFill>
                            <a:schemeClr val="tx1"/>
                          </a:solidFill>
                          <a:latin typeface="Cambria Math" panose="02040503050406030204" pitchFamily="18" charset="0"/>
                        </a:rPr>
                        <m:t>(∙)</m:t>
                      </m:r>
                    </m:oMath>
                  </m:oMathPara>
                </a14:m>
                <a:endParaRPr lang="zh-TW" altLang="en-US" dirty="0">
                  <a:solidFill>
                    <a:schemeClr val="tx1"/>
                  </a:solidFill>
                </a:endParaRPr>
              </a:p>
            </p:txBody>
          </p:sp>
        </mc:Choice>
        <mc:Fallback>
          <p:sp>
            <p:nvSpPr>
              <p:cNvPr id="48" name="矩形 47">
                <a:extLst>
                  <a:ext uri="{FF2B5EF4-FFF2-40B4-BE49-F238E27FC236}">
                    <a16:creationId xmlns:a16="http://schemas.microsoft.com/office/drawing/2014/main" id="{01C875E2-B553-4CAD-A18B-47DF616802CD}"/>
                  </a:ext>
                </a:extLst>
              </p:cNvPr>
              <p:cNvSpPr>
                <a:spLocks noRot="1" noChangeAspect="1" noMove="1" noResize="1" noEditPoints="1" noAdjustHandles="1" noChangeArrowheads="1" noChangeShapeType="1" noTextEdit="1"/>
              </p:cNvSpPr>
              <p:nvPr/>
            </p:nvSpPr>
            <p:spPr>
              <a:xfrm>
                <a:off x="1437188" y="5265073"/>
                <a:ext cx="975166" cy="614788"/>
              </a:xfrm>
              <a:prstGeom prst="rect">
                <a:avLst/>
              </a:prstGeom>
              <a:blipFill>
                <a:blip r:embed="rId21"/>
                <a:stretch>
                  <a:fillRect/>
                </a:stretch>
              </a:blipFill>
              <a:ln w="1905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9" name="矩形 58">
                <a:extLst>
                  <a:ext uri="{FF2B5EF4-FFF2-40B4-BE49-F238E27FC236}">
                    <a16:creationId xmlns:a16="http://schemas.microsoft.com/office/drawing/2014/main" id="{5ABB2A18-4CDB-4FF4-A6C4-F7D94A92EEE2}"/>
                  </a:ext>
                </a:extLst>
              </p:cNvPr>
              <p:cNvSpPr/>
              <p:nvPr/>
            </p:nvSpPr>
            <p:spPr>
              <a:xfrm>
                <a:off x="3611534" y="1957546"/>
                <a:ext cx="780083" cy="55381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𝐽</m:t>
                          </m:r>
                        </m:e>
                        <m:sub>
                          <m:r>
                            <a:rPr lang="en-US" altLang="zh-TW" b="0" i="1" smtClean="0">
                              <a:solidFill>
                                <a:schemeClr val="tx1"/>
                              </a:solidFill>
                              <a:latin typeface="Cambria Math" panose="02040503050406030204" pitchFamily="18" charset="0"/>
                            </a:rPr>
                            <m:t>𝐴</m:t>
                          </m:r>
                        </m:sub>
                      </m:sSub>
                      <m:r>
                        <a:rPr lang="en-US" altLang="zh-TW" b="1" i="1" smtClean="0">
                          <a:solidFill>
                            <a:schemeClr val="tx1"/>
                          </a:solidFill>
                          <a:latin typeface="Cambria Math" panose="02040503050406030204" pitchFamily="18" charset="0"/>
                        </a:rPr>
                        <m:t>(</m:t>
                      </m:r>
                      <m:r>
                        <a:rPr lang="en-US" altLang="zh-TW" b="1" i="1" smtClean="0">
                          <a:solidFill>
                            <a:schemeClr val="tx1"/>
                          </a:solidFill>
                          <a:latin typeface="Cambria Math" panose="02040503050406030204" pitchFamily="18" charset="0"/>
                        </a:rPr>
                        <m:t>𝒒</m:t>
                      </m:r>
                      <m:r>
                        <a:rPr lang="en-US" altLang="zh-TW" b="1" i="1" smtClean="0">
                          <a:solidFill>
                            <a:schemeClr val="tx1"/>
                          </a:solidFill>
                          <a:latin typeface="Cambria Math" panose="02040503050406030204" pitchFamily="18" charset="0"/>
                        </a:rPr>
                        <m:t>)</m:t>
                      </m:r>
                    </m:oMath>
                  </m:oMathPara>
                </a14:m>
                <a:endParaRPr lang="zh-TW" altLang="en-US" b="1" dirty="0">
                  <a:solidFill>
                    <a:schemeClr val="tx1"/>
                  </a:solidFill>
                </a:endParaRPr>
              </a:p>
            </p:txBody>
          </p:sp>
        </mc:Choice>
        <mc:Fallback>
          <p:sp>
            <p:nvSpPr>
              <p:cNvPr id="59" name="矩形 58">
                <a:extLst>
                  <a:ext uri="{FF2B5EF4-FFF2-40B4-BE49-F238E27FC236}">
                    <a16:creationId xmlns:a16="http://schemas.microsoft.com/office/drawing/2014/main" id="{5ABB2A18-4CDB-4FF4-A6C4-F7D94A92EEE2}"/>
                  </a:ext>
                </a:extLst>
              </p:cNvPr>
              <p:cNvSpPr>
                <a:spLocks noRot="1" noChangeAspect="1" noMove="1" noResize="1" noEditPoints="1" noAdjustHandles="1" noChangeArrowheads="1" noChangeShapeType="1" noTextEdit="1"/>
              </p:cNvSpPr>
              <p:nvPr/>
            </p:nvSpPr>
            <p:spPr>
              <a:xfrm>
                <a:off x="3611534" y="1957546"/>
                <a:ext cx="780083" cy="553812"/>
              </a:xfrm>
              <a:prstGeom prst="rect">
                <a:avLst/>
              </a:prstGeom>
              <a:blipFill>
                <a:blip r:embed="rId22"/>
                <a:stretch>
                  <a:fillRect/>
                </a:stretch>
              </a:blipFill>
              <a:ln w="1905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3" name="矩形 62">
                <a:extLst>
                  <a:ext uri="{FF2B5EF4-FFF2-40B4-BE49-F238E27FC236}">
                    <a16:creationId xmlns:a16="http://schemas.microsoft.com/office/drawing/2014/main" id="{9DA26550-E2E2-419A-ABFC-64858C672416}"/>
                  </a:ext>
                </a:extLst>
              </p:cNvPr>
              <p:cNvSpPr/>
              <p:nvPr/>
            </p:nvSpPr>
            <p:spPr>
              <a:xfrm>
                <a:off x="6967958" y="4460113"/>
                <a:ext cx="1354239" cy="55381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acc>
                            <m:accPr>
                              <m:chr m:val="̇"/>
                              <m:ctrlPr>
                                <a:rPr lang="en-US" altLang="zh-TW"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𝐽</m:t>
                              </m:r>
                            </m:e>
                          </m:acc>
                        </m:e>
                        <m:sub>
                          <m:r>
                            <a:rPr lang="en-US" altLang="zh-TW" b="0" i="1" smtClean="0">
                              <a:solidFill>
                                <a:schemeClr val="tx1"/>
                              </a:solidFill>
                              <a:latin typeface="Cambria Math" panose="02040503050406030204" pitchFamily="18" charset="0"/>
                            </a:rPr>
                            <m:t>𝐴</m:t>
                          </m:r>
                        </m:sub>
                      </m:sSub>
                      <m:r>
                        <a:rPr lang="en-US" altLang="zh-TW" b="1" i="1" smtClean="0">
                          <a:solidFill>
                            <a:schemeClr val="tx1"/>
                          </a:solidFill>
                          <a:latin typeface="Cambria Math" panose="02040503050406030204" pitchFamily="18" charset="0"/>
                        </a:rPr>
                        <m:t>(</m:t>
                      </m:r>
                      <m:r>
                        <a:rPr lang="en-US" altLang="zh-TW" b="1" i="1" smtClean="0">
                          <a:solidFill>
                            <a:schemeClr val="tx1"/>
                          </a:solidFill>
                          <a:latin typeface="Cambria Math" panose="02040503050406030204" pitchFamily="18" charset="0"/>
                        </a:rPr>
                        <m:t>𝒒</m:t>
                      </m:r>
                      <m:r>
                        <a:rPr lang="en-US" altLang="zh-TW" b="0" i="1" smtClean="0">
                          <a:solidFill>
                            <a:schemeClr val="tx1"/>
                          </a:solidFill>
                          <a:latin typeface="Cambria Math" panose="02040503050406030204" pitchFamily="18" charset="0"/>
                          <a:ea typeface="Cambria Math" panose="02040503050406030204" pitchFamily="18" charset="0"/>
                        </a:rPr>
                        <m:t>,∙</m:t>
                      </m:r>
                      <m:r>
                        <a:rPr lang="en-US" altLang="zh-TW" b="1" i="1" smtClean="0">
                          <a:solidFill>
                            <a:schemeClr val="tx1"/>
                          </a:solidFill>
                          <a:latin typeface="Cambria Math" panose="02040503050406030204" pitchFamily="18" charset="0"/>
                        </a:rPr>
                        <m:t>)</m:t>
                      </m:r>
                    </m:oMath>
                  </m:oMathPara>
                </a14:m>
                <a:endParaRPr lang="zh-TW" altLang="en-US" b="1" dirty="0">
                  <a:solidFill>
                    <a:schemeClr val="tx1"/>
                  </a:solidFill>
                </a:endParaRPr>
              </a:p>
            </p:txBody>
          </p:sp>
        </mc:Choice>
        <mc:Fallback>
          <p:sp>
            <p:nvSpPr>
              <p:cNvPr id="63" name="矩形 62">
                <a:extLst>
                  <a:ext uri="{FF2B5EF4-FFF2-40B4-BE49-F238E27FC236}">
                    <a16:creationId xmlns:a16="http://schemas.microsoft.com/office/drawing/2014/main" id="{9DA26550-E2E2-419A-ABFC-64858C672416}"/>
                  </a:ext>
                </a:extLst>
              </p:cNvPr>
              <p:cNvSpPr>
                <a:spLocks noRot="1" noChangeAspect="1" noMove="1" noResize="1" noEditPoints="1" noAdjustHandles="1" noChangeArrowheads="1" noChangeShapeType="1" noTextEdit="1"/>
              </p:cNvSpPr>
              <p:nvPr/>
            </p:nvSpPr>
            <p:spPr>
              <a:xfrm>
                <a:off x="6967958" y="4460113"/>
                <a:ext cx="1354239" cy="553812"/>
              </a:xfrm>
              <a:prstGeom prst="rect">
                <a:avLst/>
              </a:prstGeom>
              <a:blipFill>
                <a:blip r:embed="rId23"/>
                <a:stretch>
                  <a:fillRect/>
                </a:stretch>
              </a:blipFill>
              <a:ln w="19050">
                <a:solidFill>
                  <a:schemeClr val="tx1"/>
                </a:solidFill>
              </a:ln>
            </p:spPr>
            <p:txBody>
              <a:bodyPr/>
              <a:lstStyle/>
              <a:p>
                <a:r>
                  <a:rPr lang="zh-TW" altLang="en-US">
                    <a:noFill/>
                  </a:rPr>
                  <a:t> </a:t>
                </a:r>
              </a:p>
            </p:txBody>
          </p:sp>
        </mc:Fallback>
      </mc:AlternateContent>
      <p:sp>
        <p:nvSpPr>
          <p:cNvPr id="64" name="橢圓 63">
            <a:extLst>
              <a:ext uri="{FF2B5EF4-FFF2-40B4-BE49-F238E27FC236}">
                <a16:creationId xmlns:a16="http://schemas.microsoft.com/office/drawing/2014/main" id="{2B967D5D-CBF2-4EE1-9BDB-83C198CF2201}"/>
              </a:ext>
            </a:extLst>
          </p:cNvPr>
          <p:cNvSpPr/>
          <p:nvPr/>
        </p:nvSpPr>
        <p:spPr>
          <a:xfrm>
            <a:off x="8961461" y="2924849"/>
            <a:ext cx="90666" cy="77014"/>
          </a:xfrm>
          <a:prstGeom prst="ellipse">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5" name="接點: 肘形 64">
            <a:extLst>
              <a:ext uri="{FF2B5EF4-FFF2-40B4-BE49-F238E27FC236}">
                <a16:creationId xmlns:a16="http://schemas.microsoft.com/office/drawing/2014/main" id="{132E51A9-03CC-4F70-9931-088F2169FE1E}"/>
              </a:ext>
            </a:extLst>
          </p:cNvPr>
          <p:cNvCxnSpPr>
            <a:cxnSpLocks/>
            <a:stCxn id="63" idx="1"/>
            <a:endCxn id="31" idx="5"/>
          </p:cNvCxnSpPr>
          <p:nvPr/>
        </p:nvCxnSpPr>
        <p:spPr>
          <a:xfrm rot="10800000">
            <a:off x="2853776" y="3178385"/>
            <a:ext cx="4114183" cy="1558634"/>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8" name="文字方塊 67">
                <a:extLst>
                  <a:ext uri="{FF2B5EF4-FFF2-40B4-BE49-F238E27FC236}">
                    <a16:creationId xmlns:a16="http://schemas.microsoft.com/office/drawing/2014/main" id="{EC7010C5-F2E4-446E-B415-954AC6F3494D}"/>
                  </a:ext>
                </a:extLst>
              </p:cNvPr>
              <p:cNvSpPr txBox="1"/>
              <p:nvPr/>
            </p:nvSpPr>
            <p:spPr>
              <a:xfrm>
                <a:off x="2759832" y="3228392"/>
                <a:ext cx="42826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p:sp>
            <p:nvSpPr>
              <p:cNvPr id="68" name="文字方塊 67">
                <a:extLst>
                  <a:ext uri="{FF2B5EF4-FFF2-40B4-BE49-F238E27FC236}">
                    <a16:creationId xmlns:a16="http://schemas.microsoft.com/office/drawing/2014/main" id="{EC7010C5-F2E4-446E-B415-954AC6F3494D}"/>
                  </a:ext>
                </a:extLst>
              </p:cNvPr>
              <p:cNvSpPr txBox="1">
                <a:spLocks noRot="1" noChangeAspect="1" noMove="1" noResize="1" noEditPoints="1" noAdjustHandles="1" noChangeArrowheads="1" noChangeShapeType="1" noTextEdit="1"/>
              </p:cNvSpPr>
              <p:nvPr/>
            </p:nvSpPr>
            <p:spPr>
              <a:xfrm>
                <a:off x="2759832" y="3228392"/>
                <a:ext cx="428266" cy="369332"/>
              </a:xfrm>
              <a:prstGeom prst="rect">
                <a:avLst/>
              </a:prstGeom>
              <a:blipFill>
                <a:blip r:embed="rId24"/>
                <a:stretch>
                  <a:fillRect/>
                </a:stretch>
              </a:blipFill>
            </p:spPr>
            <p:txBody>
              <a:bodyPr/>
              <a:lstStyle/>
              <a:p>
                <a:r>
                  <a:rPr lang="zh-TW" altLang="en-US">
                    <a:noFill/>
                  </a:rPr>
                  <a:t> </a:t>
                </a:r>
              </a:p>
            </p:txBody>
          </p:sp>
        </mc:Fallback>
      </mc:AlternateContent>
      <p:cxnSp>
        <p:nvCxnSpPr>
          <p:cNvPr id="71" name="接點: 肘形 70">
            <a:extLst>
              <a:ext uri="{FF2B5EF4-FFF2-40B4-BE49-F238E27FC236}">
                <a16:creationId xmlns:a16="http://schemas.microsoft.com/office/drawing/2014/main" id="{4DAF28FD-9C13-427A-81C4-8EBACC5203AC}"/>
              </a:ext>
            </a:extLst>
          </p:cNvPr>
          <p:cNvCxnSpPr>
            <a:cxnSpLocks/>
            <a:stCxn id="64" idx="4"/>
            <a:endCxn id="63" idx="3"/>
          </p:cNvCxnSpPr>
          <p:nvPr/>
        </p:nvCxnSpPr>
        <p:spPr>
          <a:xfrm rot="5400000">
            <a:off x="7796918" y="3527143"/>
            <a:ext cx="1735156" cy="68459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接點: 肘形 75">
            <a:extLst>
              <a:ext uri="{FF2B5EF4-FFF2-40B4-BE49-F238E27FC236}">
                <a16:creationId xmlns:a16="http://schemas.microsoft.com/office/drawing/2014/main" id="{4800FBEB-0272-416C-92A7-51A09908ECBF}"/>
              </a:ext>
            </a:extLst>
          </p:cNvPr>
          <p:cNvCxnSpPr>
            <a:cxnSpLocks/>
            <a:endCxn id="48" idx="3"/>
          </p:cNvCxnSpPr>
          <p:nvPr/>
        </p:nvCxnSpPr>
        <p:spPr>
          <a:xfrm rot="10800000" flipV="1">
            <a:off x="2412354" y="3804823"/>
            <a:ext cx="6398870" cy="1767644"/>
          </a:xfrm>
          <a:prstGeom prst="bentConnector3">
            <a:avLst>
              <a:gd name="adj1" fmla="val -10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72E848F9-9B01-4243-BE5D-75FF845A0443}"/>
              </a:ext>
            </a:extLst>
          </p:cNvPr>
          <p:cNvCxnSpPr>
            <a:cxnSpLocks/>
            <a:endCxn id="46" idx="2"/>
          </p:cNvCxnSpPr>
          <p:nvPr/>
        </p:nvCxnSpPr>
        <p:spPr>
          <a:xfrm flipV="1">
            <a:off x="4000973" y="3433539"/>
            <a:ext cx="0" cy="213892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a:extLst>
              <a:ext uri="{FF2B5EF4-FFF2-40B4-BE49-F238E27FC236}">
                <a16:creationId xmlns:a16="http://schemas.microsoft.com/office/drawing/2014/main" id="{77330B6A-DDF6-4716-8D20-97220172398C}"/>
              </a:ext>
            </a:extLst>
          </p:cNvPr>
          <p:cNvCxnSpPr>
            <a:cxnSpLocks/>
            <a:stCxn id="46" idx="0"/>
            <a:endCxn id="59" idx="2"/>
          </p:cNvCxnSpPr>
          <p:nvPr/>
        </p:nvCxnSpPr>
        <p:spPr>
          <a:xfrm flipV="1">
            <a:off x="4000973" y="2511358"/>
            <a:ext cx="603" cy="3073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接點: 肘形 86">
            <a:extLst>
              <a:ext uri="{FF2B5EF4-FFF2-40B4-BE49-F238E27FC236}">
                <a16:creationId xmlns:a16="http://schemas.microsoft.com/office/drawing/2014/main" id="{58A72784-02D5-4689-A6F9-94705C14DA11}"/>
              </a:ext>
            </a:extLst>
          </p:cNvPr>
          <p:cNvCxnSpPr>
            <a:cxnSpLocks/>
            <a:stCxn id="64" idx="0"/>
            <a:endCxn id="59" idx="3"/>
          </p:cNvCxnSpPr>
          <p:nvPr/>
        </p:nvCxnSpPr>
        <p:spPr>
          <a:xfrm rot="16200000" flipV="1">
            <a:off x="6354008" y="272062"/>
            <a:ext cx="690397" cy="461517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a16="http://schemas.microsoft.com/office/drawing/2014/main" id="{0348D200-5D41-414D-8D7A-C7CF5198CD9B}"/>
              </a:ext>
            </a:extLst>
          </p:cNvPr>
          <p:cNvCxnSpPr>
            <a:cxnSpLocks/>
            <a:endCxn id="63" idx="2"/>
          </p:cNvCxnSpPr>
          <p:nvPr/>
        </p:nvCxnSpPr>
        <p:spPr>
          <a:xfrm flipV="1">
            <a:off x="7638324" y="5013925"/>
            <a:ext cx="6754" cy="5585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a:extLst>
              <a:ext uri="{FF2B5EF4-FFF2-40B4-BE49-F238E27FC236}">
                <a16:creationId xmlns:a16="http://schemas.microsoft.com/office/drawing/2014/main" id="{9E3461B5-4FC3-4FA0-920D-B71C526BFE16}"/>
              </a:ext>
            </a:extLst>
          </p:cNvPr>
          <p:cNvCxnSpPr>
            <a:cxnSpLocks/>
            <a:stCxn id="31" idx="6"/>
            <a:endCxn id="46" idx="1"/>
          </p:cNvCxnSpPr>
          <p:nvPr/>
        </p:nvCxnSpPr>
        <p:spPr>
          <a:xfrm>
            <a:off x="2879201" y="3123927"/>
            <a:ext cx="731128" cy="22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99">
            <a:extLst>
              <a:ext uri="{FF2B5EF4-FFF2-40B4-BE49-F238E27FC236}">
                <a16:creationId xmlns:a16="http://schemas.microsoft.com/office/drawing/2014/main" id="{8066AB3E-3E47-4C1D-B292-7C4C7A5B3B35}"/>
              </a:ext>
            </a:extLst>
          </p:cNvPr>
          <p:cNvCxnSpPr>
            <a:cxnSpLocks/>
            <a:stCxn id="46" idx="3"/>
            <a:endCxn id="29" idx="1"/>
          </p:cNvCxnSpPr>
          <p:nvPr/>
        </p:nvCxnSpPr>
        <p:spPr>
          <a:xfrm flipV="1">
            <a:off x="4391617" y="3119633"/>
            <a:ext cx="716675" cy="65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4" name="圖片 103">
            <a:extLst>
              <a:ext uri="{FF2B5EF4-FFF2-40B4-BE49-F238E27FC236}">
                <a16:creationId xmlns:a16="http://schemas.microsoft.com/office/drawing/2014/main" id="{25AE98BF-0092-4A6B-ACDE-6BDA6FE845A5}"/>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482541" y="2974694"/>
            <a:ext cx="4589756" cy="3442317"/>
          </a:xfrm>
          <a:prstGeom prst="rect">
            <a:avLst/>
          </a:prstGeom>
        </p:spPr>
      </p:pic>
      <p:pic>
        <p:nvPicPr>
          <p:cNvPr id="106" name="圖片 105">
            <a:extLst>
              <a:ext uri="{FF2B5EF4-FFF2-40B4-BE49-F238E27FC236}">
                <a16:creationId xmlns:a16="http://schemas.microsoft.com/office/drawing/2014/main" id="{CBB8FF59-801E-493E-A5DE-D61DC54EBFBB}"/>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910425" y="2974694"/>
            <a:ext cx="4589756" cy="3442317"/>
          </a:xfrm>
          <a:prstGeom prst="rect">
            <a:avLst/>
          </a:prstGeom>
        </p:spPr>
      </p:pic>
      <p:pic>
        <p:nvPicPr>
          <p:cNvPr id="108" name="圖片 107">
            <a:extLst>
              <a:ext uri="{FF2B5EF4-FFF2-40B4-BE49-F238E27FC236}">
                <a16:creationId xmlns:a16="http://schemas.microsoft.com/office/drawing/2014/main" id="{687AA5AD-88A3-4F2D-AFD1-4076A265D693}"/>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5359295" y="545028"/>
            <a:ext cx="4100170" cy="3075128"/>
          </a:xfrm>
          <a:prstGeom prst="rect">
            <a:avLst/>
          </a:prstGeom>
        </p:spPr>
      </p:pic>
      <p:pic>
        <p:nvPicPr>
          <p:cNvPr id="110" name="圖片 109">
            <a:extLst>
              <a:ext uri="{FF2B5EF4-FFF2-40B4-BE49-F238E27FC236}">
                <a16:creationId xmlns:a16="http://schemas.microsoft.com/office/drawing/2014/main" id="{26F12824-E6D0-4F15-BBC0-6D09856023B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1263335" y="558829"/>
            <a:ext cx="4100170" cy="3075128"/>
          </a:xfrm>
          <a:prstGeom prst="rect">
            <a:avLst/>
          </a:prstGeom>
        </p:spPr>
      </p:pic>
      <p:pic>
        <p:nvPicPr>
          <p:cNvPr id="119" name="圖片 118">
            <a:extLst>
              <a:ext uri="{FF2B5EF4-FFF2-40B4-BE49-F238E27FC236}">
                <a16:creationId xmlns:a16="http://schemas.microsoft.com/office/drawing/2014/main" id="{3F3752A1-B648-49EF-B3D3-1578D31D1CC9}"/>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8478177" y="3436934"/>
            <a:ext cx="3670676" cy="2753007"/>
          </a:xfrm>
          <a:prstGeom prst="rect">
            <a:avLst/>
          </a:prstGeom>
        </p:spPr>
      </p:pic>
      <p:pic>
        <p:nvPicPr>
          <p:cNvPr id="120" name="圖片 119">
            <a:extLst>
              <a:ext uri="{FF2B5EF4-FFF2-40B4-BE49-F238E27FC236}">
                <a16:creationId xmlns:a16="http://schemas.microsoft.com/office/drawing/2014/main" id="{55F8F3E1-8B36-4F10-92C2-84881FC48ED6}"/>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4807500" y="3422680"/>
            <a:ext cx="3670676" cy="2753007"/>
          </a:xfrm>
          <a:prstGeom prst="rect">
            <a:avLst/>
          </a:prstGeom>
        </p:spPr>
      </p:pic>
    </p:spTree>
    <p:extLst>
      <p:ext uri="{BB962C8B-B14F-4D97-AF65-F5344CB8AC3E}">
        <p14:creationId xmlns:p14="http://schemas.microsoft.com/office/powerpoint/2010/main" val="3218573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1C6822-1FCE-4CFB-872D-133DB57B39C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2052" name="圖片 40">
            <a:extLst>
              <a:ext uri="{FF2B5EF4-FFF2-40B4-BE49-F238E27FC236}">
                <a16:creationId xmlns:a16="http://schemas.microsoft.com/office/drawing/2014/main" id="{BF6D09FD-3C0A-465D-87D4-4FD87E0946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5099050" cy="19240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C7FAB27-CA47-4DAC-894B-6C68B0591BD5}"/>
              </a:ext>
            </a:extLst>
          </p:cNvPr>
          <p:cNvSpPr>
            <a:spLocks noChangeArrowheads="1"/>
          </p:cNvSpPr>
          <p:nvPr/>
        </p:nvSpPr>
        <p:spPr bwMode="auto">
          <a:xfrm>
            <a:off x="0" y="2444115"/>
            <a:ext cx="720832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12: PD control with gravity compensation </a:t>
            </a:r>
            <a:r>
              <a:rPr kumimoji="0" lang="en-US" altLang="zh-TW" sz="10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Matlab</a:t>
            </a:r>
            <a:r>
              <a:rPr kumimoji="0" lang="en-US" altLang="zh-TW" sz="1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simulate without force and with -1000 N external force along z-axis.</a:t>
            </a:r>
            <a:endParaRPr kumimoji="0" lang="en-US" altLang="zh-TW"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Arial" panose="020B0604020202020204" pitchFamily="34" charset="0"/>
                <a:ea typeface="新細明體" panose="02020500000000000000" pitchFamily="18" charset="-120"/>
              </a:rPr>
              <a:t>For the previous controllers, no matter how much the force exerted on the robot, the robot will keep moving to the exact desired location. In some circumstance, this is quite dangerous, which can hurt people or damage the environment. Therefore, we want the robot can interact with the environment, and response to the external forces.</a:t>
            </a:r>
            <a:endParaRPr kumimoji="0" lang="en-US" altLang="zh-TW"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33057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1264</TotalTime>
  <Words>201</Words>
  <Application>Microsoft Office PowerPoint</Application>
  <PresentationFormat>寬螢幕</PresentationFormat>
  <Paragraphs>72</Paragraphs>
  <Slides>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Arial</vt:lpstr>
      <vt:lpstr>Calibri</vt:lpstr>
      <vt:lpstr>Calibri Light</vt:lpstr>
      <vt:lpstr>Cambria Math</vt:lpstr>
      <vt:lpstr>Times New Roman</vt:lpstr>
      <vt:lpstr>Office 佈景主題</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Ting-Hao Liu</dc:creator>
  <cp:lastModifiedBy>Ting-Hao Liu</cp:lastModifiedBy>
  <cp:revision>15</cp:revision>
  <dcterms:created xsi:type="dcterms:W3CDTF">2026-06-22T00:50:29Z</dcterms:created>
  <dcterms:modified xsi:type="dcterms:W3CDTF">2026-06-22T21:54:50Z</dcterms:modified>
</cp:coreProperties>
</file>